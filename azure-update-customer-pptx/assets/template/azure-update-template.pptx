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364" r:id="rId2"/>
    <p:sldId id="2254" r:id="rId3"/>
    <p:sldId id="2255" r:id="rId4"/>
    <p:sldId id="2250" r:id="rId5"/>
    <p:sldId id="2253" r:id="rId6"/>
    <p:sldId id="2252" r:id="rId7"/>
    <p:sldId id="2256" r:id="rId8"/>
    <p:sldId id="2257" r:id="rId9"/>
    <p:sldId id="2258" r:id="rId10"/>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12362160-B840-463B-BDD8-8AC624F61C88}">
          <p14:sldIdLst>
            <p14:sldId id="364"/>
            <p14:sldId id="2254"/>
            <p14:sldId id="2255"/>
          </p14:sldIdLst>
        </p14:section>
        <p14:section name="サマリ" id="{BAC11F46-2201-4129-8F15-153F34618AA5}">
          <p14:sldIdLst>
            <p14:sldId id="2250"/>
          </p14:sldIdLst>
        </p14:section>
        <p14:section name="UPDATE Points" id="{EB960620-722C-4BDD-9BC0-0E74C803E315}">
          <p14:sldIdLst>
            <p14:sldId id="2253"/>
          </p14:sldIdLst>
        </p14:section>
        <p14:section name="Appendix" id="{5CC4B07D-77CC-42A1-A83E-672FBCFB0A8E}">
          <p14:sldIdLst>
            <p14:sldId id="2252"/>
            <p14:sldId id="2256"/>
            <p14:sldId id="2257"/>
            <p14:sldId id="2258"/>
          </p14:sldIdLst>
        </p14:section>
        <p14:section name="Ending" id="{7FB61E70-6061-4DA1-8585-1004477898F0}">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9200"/>
    <a:srgbClr val="EC2700"/>
    <a:srgbClr val="89C402"/>
    <a:srgbClr val="00ABEC"/>
    <a:srgbClr val="FFF2CC"/>
    <a:srgbClr val="AFABAB"/>
    <a:srgbClr val="FF66CC"/>
    <a:srgbClr val="00BCF2"/>
    <a:srgbClr val="CC66FF"/>
    <a:srgbClr val="0078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94" autoAdjust="0"/>
    <p:restoredTop sz="76335" autoAdjust="0"/>
  </p:normalViewPr>
  <p:slideViewPr>
    <p:cSldViewPr snapToGrid="0">
      <p:cViewPr varScale="1">
        <p:scale>
          <a:sx n="111" d="100"/>
          <a:sy n="111" d="100"/>
        </p:scale>
        <p:origin x="792" y="108"/>
      </p:cViewPr>
      <p:guideLst>
        <p:guide orient="horz" pos="2183"/>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FED7833-891C-3348-9D2F-0663F8C220D5}" type="datetimeFigureOut">
              <a:rPr kumimoji="1" lang="en-US" altLang="ja-JP" smtClean="0"/>
              <a:t>7/6/2026</a:t>
            </a:fld>
            <a:endParaRPr kumimoji="1" lang="ja-JP" altLang="en-US"/>
          </a:p>
        </p:txBody>
      </p:sp>
      <p:sp>
        <p:nvSpPr>
          <p:cNvPr id="4" name="フッター プレースホルダー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8BB00CB1-63EA-F847-8EC4-6CC6F1C0B08E}" type="slidenum">
              <a:rPr kumimoji="1" lang="en-US" altLang="ja-JP" smtClean="0"/>
              <a:t>‹#›</a:t>
            </a:fld>
            <a:endParaRPr kumimoji="1" lang="ja-JP" altLang="en-US"/>
          </a:p>
        </p:txBody>
      </p:sp>
    </p:spTree>
    <p:extLst>
      <p:ext uri="{BB962C8B-B14F-4D97-AF65-F5344CB8AC3E}">
        <p14:creationId xmlns:p14="http://schemas.microsoft.com/office/powerpoint/2010/main" val="14037113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8FE93EE4-5148-4373-BFAF-8426F065D214}" type="datetimeFigureOut">
              <a:rPr kumimoji="1" lang="ja-JP" altLang="en-US" smtClean="0"/>
              <a:t>2026/7/6</a:t>
            </a:fld>
            <a:endParaRPr kumimoji="1" lang="ja-JP" alt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24B01B9-7FD4-4F48-86F8-F42E725C19DC}"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kumimoji="1" lang="ja-JP" altLang="en-US" sz="1200" b="0" i="0" kern="1200" dirty="0">
                <a:solidFill>
                  <a:schemeClr val="tx1"/>
                </a:solidFill>
                <a:effectLst/>
                <a:latin typeface="+mn-lt"/>
                <a:ea typeface="+mn-ea"/>
                <a:cs typeface="+mn-cs"/>
              </a:rPr>
              <a:t>この</a:t>
            </a:r>
            <a:r>
              <a:rPr kumimoji="1" lang="en-US" altLang="ja-JP" sz="1200" b="0" i="0" kern="1200" dirty="0">
                <a:solidFill>
                  <a:schemeClr val="tx1"/>
                </a:solidFill>
                <a:effectLst/>
                <a:latin typeface="+mn-lt"/>
                <a:ea typeface="+mn-ea"/>
                <a:cs typeface="+mn-cs"/>
              </a:rPr>
              <a:t>PowerPoint</a:t>
            </a:r>
            <a:r>
              <a:rPr kumimoji="1" lang="ja-JP" altLang="en-US" sz="1200" b="0" i="0" kern="1200" dirty="0">
                <a:solidFill>
                  <a:schemeClr val="tx1"/>
                </a:solidFill>
                <a:effectLst/>
                <a:latin typeface="+mn-lt"/>
                <a:ea typeface="+mn-ea"/>
                <a:cs typeface="+mn-cs"/>
              </a:rPr>
              <a:t>の「</a:t>
            </a:r>
            <a:r>
              <a:rPr kumimoji="1" lang="en-US" altLang="ja-JP" sz="1200" b="0" i="0" kern="1200" dirty="0">
                <a:solidFill>
                  <a:schemeClr val="tx1"/>
                </a:solidFill>
                <a:effectLst/>
                <a:latin typeface="+mn-lt"/>
                <a:ea typeface="+mn-ea"/>
                <a:cs typeface="+mn-cs"/>
              </a:rPr>
              <a:t>weekly New Topics</a:t>
            </a:r>
            <a:r>
              <a:rPr kumimoji="1" lang="ja-JP" altLang="en-US" sz="1200" b="0" i="0" kern="1200" dirty="0">
                <a:solidFill>
                  <a:schemeClr val="tx1"/>
                </a:solidFill>
                <a:effectLst/>
                <a:latin typeface="+mn-lt"/>
                <a:ea typeface="+mn-ea"/>
                <a:cs typeface="+mn-cs"/>
              </a:rPr>
              <a:t>」セクションにある各スライドについて、スピーカー ノート欄に以下の観点でサマリコメントを箇条書きで追加してください：</a:t>
            </a:r>
          </a:p>
          <a:p>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そのトピックがユーザーにとってどのような価値をもたらすか（何がうれしいか）</a:t>
            </a:r>
          </a:p>
          <a:p>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その価値がどのような技術や仕組みによって実現されているか</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 従来はどうだったか、それがどうかわるのか</a:t>
            </a:r>
            <a:br>
              <a:rPr kumimoji="1" lang="en-US" altLang="ja-JP"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各コメントは</a:t>
            </a:r>
            <a:r>
              <a:rPr kumimoji="1" lang="en-US" altLang="ja-JP" sz="1200" b="0" i="0" kern="1200" dirty="0">
                <a:solidFill>
                  <a:schemeClr val="tx1"/>
                </a:solidFill>
                <a:effectLst/>
                <a:latin typeface="+mn-lt"/>
                <a:ea typeface="+mn-ea"/>
                <a:cs typeface="+mn-cs"/>
              </a:rPr>
              <a:t>3~5</a:t>
            </a:r>
            <a:r>
              <a:rPr kumimoji="1" lang="ja-JP" altLang="en-US" sz="1200" b="0" i="0" kern="1200" dirty="0">
                <a:solidFill>
                  <a:schemeClr val="tx1"/>
                </a:solidFill>
                <a:effectLst/>
                <a:latin typeface="+mn-lt"/>
                <a:ea typeface="+mn-ea"/>
                <a:cs typeface="+mn-cs"/>
              </a:rPr>
              <a:t>文程度で、簡潔かつわかりやすくまとめてください。</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1" i="0" kern="1200" dirty="0">
                <a:solidFill>
                  <a:schemeClr val="tx1"/>
                </a:solidFill>
                <a:effectLst/>
                <a:latin typeface="+mn-lt"/>
                <a:ea typeface="+mn-ea"/>
                <a:cs typeface="+mn-cs"/>
              </a:rPr>
              <a:t>既存のノート欄の内容はすべて削除し、新しいコメントに置き換えてください。</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1" i="0" kern="1200" dirty="0">
                <a:solidFill>
                  <a:schemeClr val="tx1"/>
                </a:solidFill>
                <a:effectLst/>
                <a:latin typeface="+mn-lt"/>
                <a:ea typeface="+mn-ea"/>
                <a:cs typeface="+mn-cs"/>
              </a:rPr>
              <a:t>コメントは各スライドの</a:t>
            </a:r>
            <a:r>
              <a:rPr kumimoji="1" lang="ja-JP" altLang="en-US" sz="1200" b="0" i="0" kern="1200" dirty="0">
                <a:solidFill>
                  <a:schemeClr val="tx1"/>
                </a:solidFill>
                <a:effectLst/>
                <a:latin typeface="+mn-lt"/>
                <a:ea typeface="+mn-ea"/>
                <a:cs typeface="+mn-cs"/>
              </a:rPr>
              <a:t>スピーカー ノート</a:t>
            </a:r>
            <a:r>
              <a:rPr kumimoji="1" lang="ja-JP" altLang="en-US" sz="1200" b="1" i="0" kern="1200" dirty="0">
                <a:solidFill>
                  <a:schemeClr val="tx1"/>
                </a:solidFill>
                <a:effectLst/>
                <a:latin typeface="+mn-lt"/>
                <a:ea typeface="+mn-ea"/>
                <a:cs typeface="+mn-cs"/>
              </a:rPr>
              <a:t>欄に直接追加してください。</a:t>
            </a:r>
            <a:br>
              <a:rPr kumimoji="1" lang="ja-JP" altLang="en-US" sz="1200" b="1" i="0" kern="1200" dirty="0">
                <a:solidFill>
                  <a:schemeClr val="tx1"/>
                </a:solidFill>
                <a:effectLst/>
                <a:latin typeface="+mn-lt"/>
                <a:ea typeface="+mn-ea"/>
                <a:cs typeface="+mn-cs"/>
              </a:rPr>
            </a:br>
            <a:br>
              <a:rPr kumimoji="1" lang="ja-JP" altLang="en-US" sz="1200" b="1" i="0" kern="1200" dirty="0">
                <a:solidFill>
                  <a:schemeClr val="tx1"/>
                </a:solidFill>
                <a:effectLst/>
                <a:latin typeface="+mn-lt"/>
                <a:ea typeface="+mn-ea"/>
                <a:cs typeface="+mn-cs"/>
              </a:rPr>
            </a:br>
            <a:r>
              <a:rPr kumimoji="1" lang="ja-JP" altLang="en-US" sz="1200" b="1" i="0" kern="1200" dirty="0">
                <a:solidFill>
                  <a:schemeClr val="tx1"/>
                </a:solidFill>
                <a:effectLst/>
                <a:latin typeface="+mn-lt"/>
                <a:ea typeface="+mn-ea"/>
                <a:cs typeface="+mn-cs"/>
              </a:rPr>
              <a:t>↓</a:t>
            </a:r>
            <a:br>
              <a:rPr kumimoji="1" lang="ja-JP" altLang="en-US"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いいですね、あとはノートに追加してください 既存のノートの内容は削除して</a:t>
            </a:r>
          </a:p>
          <a:p>
            <a:pPr>
              <a:buNone/>
            </a:pPr>
            <a:endParaRPr lang="ja-JP" altLang="en-US" dirty="0"/>
          </a:p>
        </p:txBody>
      </p:sp>
      <p:sp>
        <p:nvSpPr>
          <p:cNvPr id="4" name="スライド番号プレースホルダー 3"/>
          <p:cNvSpPr>
            <a:spLocks noGrp="1"/>
          </p:cNvSpPr>
          <p:nvPr>
            <p:ph type="sldNum" sz="quarter" idx="10"/>
          </p:nvPr>
        </p:nvSpPr>
        <p:spPr/>
        <p:txBody>
          <a:bodyPr/>
          <a:lstStyle/>
          <a:p>
            <a:fld id="{C24B01B9-7FD4-4F48-86F8-F42E725C19DC}" type="slidenum">
              <a:rPr kumimoji="1" lang="ja-JP" altLang="en-US" smtClean="0"/>
              <a:t>1</a:t>
            </a:fld>
            <a:endParaRPr kumimoji="1" lang="ja-JP" altLang="en-US"/>
          </a:p>
        </p:txBody>
      </p:sp>
    </p:spTree>
    <p:extLst>
      <p:ext uri="{BB962C8B-B14F-4D97-AF65-F5344CB8AC3E}">
        <p14:creationId xmlns:p14="http://schemas.microsoft.com/office/powerpoint/2010/main" val="2531337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kumimoji="1" lang="ja-JP" altLang="en-US" sz="1200" b="0" i="0" kern="1200" dirty="0">
                <a:solidFill>
                  <a:schemeClr val="tx1"/>
                </a:solidFill>
                <a:effectLst/>
                <a:latin typeface="+mn-lt"/>
                <a:ea typeface="+mn-ea"/>
                <a:cs typeface="+mn-cs"/>
              </a:rPr>
              <a:t>この</a:t>
            </a:r>
            <a:r>
              <a:rPr kumimoji="1" lang="en-US" altLang="ja-JP" sz="1200" b="0" i="0" kern="1200" dirty="0">
                <a:solidFill>
                  <a:schemeClr val="tx1"/>
                </a:solidFill>
                <a:effectLst/>
                <a:latin typeface="+mn-lt"/>
                <a:ea typeface="+mn-ea"/>
                <a:cs typeface="+mn-cs"/>
              </a:rPr>
              <a:t>PowerPoint</a:t>
            </a:r>
            <a:r>
              <a:rPr kumimoji="1" lang="ja-JP" altLang="en-US" sz="1200" b="0" i="0" kern="1200" dirty="0">
                <a:solidFill>
                  <a:schemeClr val="tx1"/>
                </a:solidFill>
                <a:effectLst/>
                <a:latin typeface="+mn-lt"/>
                <a:ea typeface="+mn-ea"/>
                <a:cs typeface="+mn-cs"/>
              </a:rPr>
              <a:t>の「</a:t>
            </a:r>
            <a:r>
              <a:rPr kumimoji="1" lang="en-US" altLang="ja-JP" sz="1200" b="0" i="0" kern="1200" dirty="0">
                <a:solidFill>
                  <a:schemeClr val="tx1"/>
                </a:solidFill>
                <a:effectLst/>
                <a:latin typeface="+mn-lt"/>
                <a:ea typeface="+mn-ea"/>
                <a:cs typeface="+mn-cs"/>
              </a:rPr>
              <a:t>weekly New Topics</a:t>
            </a:r>
            <a:r>
              <a:rPr kumimoji="1" lang="ja-JP" altLang="en-US" sz="1200" b="0" i="0" kern="1200" dirty="0">
                <a:solidFill>
                  <a:schemeClr val="tx1"/>
                </a:solidFill>
                <a:effectLst/>
                <a:latin typeface="+mn-lt"/>
                <a:ea typeface="+mn-ea"/>
                <a:cs typeface="+mn-cs"/>
              </a:rPr>
              <a:t>」セクションにある各スライドについて、スピーカー ノート欄に以下の観点でサマリコメントを箇条書きで追加してください：</a:t>
            </a:r>
          </a:p>
          <a:p>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そのトピックがユーザーにとってどのような価値をもたらすか（何がうれしいか）</a:t>
            </a:r>
          </a:p>
          <a:p>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その価値がどのような技術や仕組みによって実現されているか</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 従来はどうだったか、それがどうかわるのか</a:t>
            </a:r>
            <a:br>
              <a:rPr kumimoji="1" lang="en-US" altLang="ja-JP"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各コメントは</a:t>
            </a:r>
            <a:r>
              <a:rPr kumimoji="1" lang="en-US" altLang="ja-JP" sz="1200" b="0" i="0" kern="1200" dirty="0">
                <a:solidFill>
                  <a:schemeClr val="tx1"/>
                </a:solidFill>
                <a:effectLst/>
                <a:latin typeface="+mn-lt"/>
                <a:ea typeface="+mn-ea"/>
                <a:cs typeface="+mn-cs"/>
              </a:rPr>
              <a:t>3~5</a:t>
            </a:r>
            <a:r>
              <a:rPr kumimoji="1" lang="ja-JP" altLang="en-US" sz="1200" b="0" i="0" kern="1200" dirty="0">
                <a:solidFill>
                  <a:schemeClr val="tx1"/>
                </a:solidFill>
                <a:effectLst/>
                <a:latin typeface="+mn-lt"/>
                <a:ea typeface="+mn-ea"/>
                <a:cs typeface="+mn-cs"/>
              </a:rPr>
              <a:t>文程度で、簡潔かつわかりやすくまとめてください。</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1" i="0" kern="1200" dirty="0">
                <a:solidFill>
                  <a:schemeClr val="tx1"/>
                </a:solidFill>
                <a:effectLst/>
                <a:latin typeface="+mn-lt"/>
                <a:ea typeface="+mn-ea"/>
                <a:cs typeface="+mn-cs"/>
              </a:rPr>
              <a:t>既存のノート欄の内容はすべて削除し、新しいコメントに置き換えてください。</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1" i="0" kern="1200" dirty="0">
                <a:solidFill>
                  <a:schemeClr val="tx1"/>
                </a:solidFill>
                <a:effectLst/>
                <a:latin typeface="+mn-lt"/>
                <a:ea typeface="+mn-ea"/>
                <a:cs typeface="+mn-cs"/>
              </a:rPr>
              <a:t>コメントは各スライドの</a:t>
            </a:r>
            <a:r>
              <a:rPr kumimoji="1" lang="ja-JP" altLang="en-US" sz="1200" b="0" i="0" kern="1200" dirty="0">
                <a:solidFill>
                  <a:schemeClr val="tx1"/>
                </a:solidFill>
                <a:effectLst/>
                <a:latin typeface="+mn-lt"/>
                <a:ea typeface="+mn-ea"/>
                <a:cs typeface="+mn-cs"/>
              </a:rPr>
              <a:t>スピーカー ノート</a:t>
            </a:r>
            <a:r>
              <a:rPr kumimoji="1" lang="ja-JP" altLang="en-US" sz="1200" b="1" i="0" kern="1200" dirty="0">
                <a:solidFill>
                  <a:schemeClr val="tx1"/>
                </a:solidFill>
                <a:effectLst/>
                <a:latin typeface="+mn-lt"/>
                <a:ea typeface="+mn-ea"/>
                <a:cs typeface="+mn-cs"/>
              </a:rPr>
              <a:t>欄に直接追加してください。</a:t>
            </a:r>
            <a:br>
              <a:rPr kumimoji="1" lang="ja-JP" altLang="en-US" sz="1200" b="1" i="0" kern="1200" dirty="0">
                <a:solidFill>
                  <a:schemeClr val="tx1"/>
                </a:solidFill>
                <a:effectLst/>
                <a:latin typeface="+mn-lt"/>
                <a:ea typeface="+mn-ea"/>
                <a:cs typeface="+mn-cs"/>
              </a:rPr>
            </a:br>
            <a:br>
              <a:rPr kumimoji="1" lang="ja-JP" altLang="en-US" sz="1200" b="1" i="0" kern="1200" dirty="0">
                <a:solidFill>
                  <a:schemeClr val="tx1"/>
                </a:solidFill>
                <a:effectLst/>
                <a:latin typeface="+mn-lt"/>
                <a:ea typeface="+mn-ea"/>
                <a:cs typeface="+mn-cs"/>
              </a:rPr>
            </a:br>
            <a:r>
              <a:rPr kumimoji="1" lang="ja-JP" altLang="en-US" sz="1200" b="1" i="0" kern="1200" dirty="0">
                <a:solidFill>
                  <a:schemeClr val="tx1"/>
                </a:solidFill>
                <a:effectLst/>
                <a:latin typeface="+mn-lt"/>
                <a:ea typeface="+mn-ea"/>
                <a:cs typeface="+mn-cs"/>
              </a:rPr>
              <a:t>↓</a:t>
            </a:r>
            <a:br>
              <a:rPr kumimoji="1" lang="ja-JP" altLang="en-US"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いいですね、あとはノートに追加してください 既存のノートの内容は削除して</a:t>
            </a:r>
          </a:p>
          <a:p>
            <a:pPr>
              <a:buNone/>
            </a:pPr>
            <a:endParaRPr lang="ja-JP" altLang="en-US" dirty="0"/>
          </a:p>
        </p:txBody>
      </p:sp>
      <p:sp>
        <p:nvSpPr>
          <p:cNvPr id="4" name="スライド番号プレースホルダー 3"/>
          <p:cNvSpPr>
            <a:spLocks noGrp="1"/>
          </p:cNvSpPr>
          <p:nvPr>
            <p:ph type="sldNum" sz="quarter" idx="10"/>
          </p:nvPr>
        </p:nvSpPr>
        <p:spPr/>
        <p:txBody>
          <a:bodyPr/>
          <a:lstStyle/>
          <a:p>
            <a:fld id="{C24B01B9-7FD4-4F48-86F8-F42E725C19DC}" type="slidenum">
              <a:rPr kumimoji="1" lang="ja-JP" altLang="en-US" smtClean="0"/>
              <a:t>2</a:t>
            </a:fld>
            <a:endParaRPr kumimoji="1" lang="ja-JP" altLang="en-US"/>
          </a:p>
        </p:txBody>
      </p:sp>
    </p:spTree>
    <p:extLst>
      <p:ext uri="{BB962C8B-B14F-4D97-AF65-F5344CB8AC3E}">
        <p14:creationId xmlns:p14="http://schemas.microsoft.com/office/powerpoint/2010/main" val="2531337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kumimoji="1" lang="ja-JP" altLang="en-US" sz="1200" b="0" i="0" kern="1200" dirty="0">
                <a:solidFill>
                  <a:schemeClr val="tx1"/>
                </a:solidFill>
                <a:effectLst/>
                <a:latin typeface="+mn-lt"/>
                <a:ea typeface="+mn-ea"/>
                <a:cs typeface="+mn-cs"/>
              </a:rPr>
              <a:t>この</a:t>
            </a:r>
            <a:r>
              <a:rPr kumimoji="1" lang="en-US" altLang="ja-JP" sz="1200" b="0" i="0" kern="1200" dirty="0">
                <a:solidFill>
                  <a:schemeClr val="tx1"/>
                </a:solidFill>
                <a:effectLst/>
                <a:latin typeface="+mn-lt"/>
                <a:ea typeface="+mn-ea"/>
                <a:cs typeface="+mn-cs"/>
              </a:rPr>
              <a:t>PowerPoint</a:t>
            </a:r>
            <a:r>
              <a:rPr kumimoji="1" lang="ja-JP" altLang="en-US" sz="1200" b="0" i="0" kern="1200" dirty="0">
                <a:solidFill>
                  <a:schemeClr val="tx1"/>
                </a:solidFill>
                <a:effectLst/>
                <a:latin typeface="+mn-lt"/>
                <a:ea typeface="+mn-ea"/>
                <a:cs typeface="+mn-cs"/>
              </a:rPr>
              <a:t>の「</a:t>
            </a:r>
            <a:r>
              <a:rPr kumimoji="1" lang="en-US" altLang="ja-JP" sz="1200" b="0" i="0" kern="1200" dirty="0">
                <a:solidFill>
                  <a:schemeClr val="tx1"/>
                </a:solidFill>
                <a:effectLst/>
                <a:latin typeface="+mn-lt"/>
                <a:ea typeface="+mn-ea"/>
                <a:cs typeface="+mn-cs"/>
              </a:rPr>
              <a:t>weekly New Topics</a:t>
            </a:r>
            <a:r>
              <a:rPr kumimoji="1" lang="ja-JP" altLang="en-US" sz="1200" b="0" i="0" kern="1200" dirty="0">
                <a:solidFill>
                  <a:schemeClr val="tx1"/>
                </a:solidFill>
                <a:effectLst/>
                <a:latin typeface="+mn-lt"/>
                <a:ea typeface="+mn-ea"/>
                <a:cs typeface="+mn-cs"/>
              </a:rPr>
              <a:t>」セクションにある各スライドについて、スピーカー ノート欄に以下の観点でサマリコメントを箇条書きで追加してください：</a:t>
            </a:r>
          </a:p>
          <a:p>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そのトピックがユーザーにとってどのような価値をもたらすか（何がうれしいか）</a:t>
            </a:r>
          </a:p>
          <a:p>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その価値がどのような技術や仕組みによって実現されているか</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 従来はどうだったか、それがどうかわるのか</a:t>
            </a:r>
            <a:br>
              <a:rPr kumimoji="1" lang="en-US" altLang="ja-JP"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各コメントは</a:t>
            </a:r>
            <a:r>
              <a:rPr kumimoji="1" lang="en-US" altLang="ja-JP" sz="1200" b="0" i="0" kern="1200" dirty="0">
                <a:solidFill>
                  <a:schemeClr val="tx1"/>
                </a:solidFill>
                <a:effectLst/>
                <a:latin typeface="+mn-lt"/>
                <a:ea typeface="+mn-ea"/>
                <a:cs typeface="+mn-cs"/>
              </a:rPr>
              <a:t>3~5</a:t>
            </a:r>
            <a:r>
              <a:rPr kumimoji="1" lang="ja-JP" altLang="en-US" sz="1200" b="0" i="0" kern="1200" dirty="0">
                <a:solidFill>
                  <a:schemeClr val="tx1"/>
                </a:solidFill>
                <a:effectLst/>
                <a:latin typeface="+mn-lt"/>
                <a:ea typeface="+mn-ea"/>
                <a:cs typeface="+mn-cs"/>
              </a:rPr>
              <a:t>文程度で、簡潔かつわかりやすくまとめてください。</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1" i="0" kern="1200" dirty="0">
                <a:solidFill>
                  <a:schemeClr val="tx1"/>
                </a:solidFill>
                <a:effectLst/>
                <a:latin typeface="+mn-lt"/>
                <a:ea typeface="+mn-ea"/>
                <a:cs typeface="+mn-cs"/>
              </a:rPr>
              <a:t>既存のノート欄の内容はすべて削除し、新しいコメントに置き換えてください。</a:t>
            </a:r>
            <a:br>
              <a:rPr kumimoji="1" lang="ja-JP" altLang="en-US"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 </a:t>
            </a:r>
            <a:r>
              <a:rPr kumimoji="1" lang="ja-JP" altLang="en-US" sz="1200" b="1" i="0" kern="1200" dirty="0">
                <a:solidFill>
                  <a:schemeClr val="tx1"/>
                </a:solidFill>
                <a:effectLst/>
                <a:latin typeface="+mn-lt"/>
                <a:ea typeface="+mn-ea"/>
                <a:cs typeface="+mn-cs"/>
              </a:rPr>
              <a:t>コメントは各スライドの</a:t>
            </a:r>
            <a:r>
              <a:rPr kumimoji="1" lang="ja-JP" altLang="en-US" sz="1200" b="0" i="0" kern="1200" dirty="0">
                <a:solidFill>
                  <a:schemeClr val="tx1"/>
                </a:solidFill>
                <a:effectLst/>
                <a:latin typeface="+mn-lt"/>
                <a:ea typeface="+mn-ea"/>
                <a:cs typeface="+mn-cs"/>
              </a:rPr>
              <a:t>スピーカー ノート</a:t>
            </a:r>
            <a:r>
              <a:rPr kumimoji="1" lang="ja-JP" altLang="en-US" sz="1200" b="1" i="0" kern="1200" dirty="0">
                <a:solidFill>
                  <a:schemeClr val="tx1"/>
                </a:solidFill>
                <a:effectLst/>
                <a:latin typeface="+mn-lt"/>
                <a:ea typeface="+mn-ea"/>
                <a:cs typeface="+mn-cs"/>
              </a:rPr>
              <a:t>欄に直接追加してください。</a:t>
            </a:r>
            <a:br>
              <a:rPr kumimoji="1" lang="ja-JP" altLang="en-US" sz="1200" b="1" i="0" kern="1200" dirty="0">
                <a:solidFill>
                  <a:schemeClr val="tx1"/>
                </a:solidFill>
                <a:effectLst/>
                <a:latin typeface="+mn-lt"/>
                <a:ea typeface="+mn-ea"/>
                <a:cs typeface="+mn-cs"/>
              </a:rPr>
            </a:br>
            <a:br>
              <a:rPr kumimoji="1" lang="ja-JP" altLang="en-US" sz="1200" b="1" i="0" kern="1200" dirty="0">
                <a:solidFill>
                  <a:schemeClr val="tx1"/>
                </a:solidFill>
                <a:effectLst/>
                <a:latin typeface="+mn-lt"/>
                <a:ea typeface="+mn-ea"/>
                <a:cs typeface="+mn-cs"/>
              </a:rPr>
            </a:br>
            <a:r>
              <a:rPr kumimoji="1" lang="ja-JP" altLang="en-US" sz="1200" b="1" i="0" kern="1200" dirty="0">
                <a:solidFill>
                  <a:schemeClr val="tx1"/>
                </a:solidFill>
                <a:effectLst/>
                <a:latin typeface="+mn-lt"/>
                <a:ea typeface="+mn-ea"/>
                <a:cs typeface="+mn-cs"/>
              </a:rPr>
              <a:t>↓</a:t>
            </a:r>
            <a:br>
              <a:rPr kumimoji="1" lang="ja-JP" altLang="en-US" sz="1200" b="1" i="0" kern="1200" dirty="0">
                <a:solidFill>
                  <a:schemeClr val="tx1"/>
                </a:solidFill>
                <a:effectLst/>
                <a:latin typeface="+mn-lt"/>
                <a:ea typeface="+mn-ea"/>
                <a:cs typeface="+mn-cs"/>
              </a:rPr>
            </a:br>
            <a:r>
              <a:rPr kumimoji="1" lang="ja-JP" altLang="en-US" sz="1200" b="0" i="0" kern="1200" dirty="0">
                <a:solidFill>
                  <a:schemeClr val="tx1"/>
                </a:solidFill>
                <a:effectLst/>
                <a:latin typeface="+mn-lt"/>
                <a:ea typeface="+mn-ea"/>
                <a:cs typeface="+mn-cs"/>
              </a:rPr>
              <a:t>いいですね、あとはノートに追加してください 既存のノートの内容は削除して</a:t>
            </a:r>
          </a:p>
          <a:p>
            <a:pPr>
              <a:buNone/>
            </a:pPr>
            <a:endParaRPr lang="ja-JP" altLang="en-US" dirty="0"/>
          </a:p>
        </p:txBody>
      </p:sp>
      <p:sp>
        <p:nvSpPr>
          <p:cNvPr id="4" name="スライド番号プレースホルダー 3"/>
          <p:cNvSpPr>
            <a:spLocks noGrp="1"/>
          </p:cNvSpPr>
          <p:nvPr>
            <p:ph type="sldNum" sz="quarter" idx="10"/>
          </p:nvPr>
        </p:nvSpPr>
        <p:spPr/>
        <p:txBody>
          <a:bodyPr/>
          <a:lstStyle/>
          <a:p>
            <a:fld id="{C24B01B9-7FD4-4F48-86F8-F42E725C19DC}" type="slidenum">
              <a:rPr kumimoji="1" lang="ja-JP" altLang="en-US" smtClean="0"/>
              <a:t>3</a:t>
            </a:fld>
            <a:endParaRPr kumimoji="1" lang="ja-JP" altLang="en-US"/>
          </a:p>
        </p:txBody>
      </p:sp>
    </p:spTree>
    <p:extLst>
      <p:ext uri="{BB962C8B-B14F-4D97-AF65-F5344CB8AC3E}">
        <p14:creationId xmlns:p14="http://schemas.microsoft.com/office/powerpoint/2010/main" val="2531337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effectLst/>
              </a:rPr>
              <a:t>このスライドに</a:t>
            </a:r>
            <a:r>
              <a:rPr lang="en-US" altLang="ja-JP" dirty="0">
                <a:effectLst/>
              </a:rPr>
              <a:t>Weekly New Topics </a:t>
            </a:r>
            <a:r>
              <a:rPr lang="ja-JP" altLang="en-US" dirty="0">
                <a:effectLst/>
              </a:rPr>
              <a:t>セクション内</a:t>
            </a:r>
            <a:r>
              <a:rPr lang="en-US" altLang="ja-JP" dirty="0">
                <a:effectLst/>
              </a:rPr>
              <a:t>(P3</a:t>
            </a:r>
            <a:r>
              <a:rPr lang="ja-JP" altLang="en-US" dirty="0">
                <a:effectLst/>
              </a:rPr>
              <a:t>～</a:t>
            </a:r>
            <a:r>
              <a:rPr lang="en-US" altLang="ja-JP" dirty="0">
                <a:effectLst/>
              </a:rPr>
              <a:t>P7)</a:t>
            </a:r>
            <a:r>
              <a:rPr lang="ja-JP" altLang="en-US" dirty="0">
                <a:effectLst/>
              </a:rPr>
              <a:t>の各スライドのサマリ、概要について記載してください！！</a:t>
            </a:r>
            <a:br>
              <a:rPr lang="ja-JP" altLang="en-US" dirty="0">
                <a:effectLst/>
              </a:rPr>
            </a:br>
            <a:r>
              <a:rPr lang="ja-JP" altLang="en-US" dirty="0">
                <a:effectLst/>
              </a:rPr>
              <a:t>（</a:t>
            </a:r>
            <a:r>
              <a:rPr lang="en-US" altLang="ja-JP" dirty="0">
                <a:effectLst/>
              </a:rPr>
              <a:t>Appendix </a:t>
            </a:r>
            <a:r>
              <a:rPr lang="ja-JP" altLang="en-US" dirty="0">
                <a:effectLst/>
              </a:rPr>
              <a:t>セクション・非表示スライドについては不要です） </a:t>
            </a:r>
            <a:br>
              <a:rPr lang="ja-JP" altLang="en-US" dirty="0">
                <a:effectLst/>
              </a:rPr>
            </a:br>
            <a:r>
              <a:rPr lang="en-US" altLang="ja-JP" dirty="0">
                <a:effectLst/>
              </a:rPr>
              <a:t>- </a:t>
            </a:r>
            <a:r>
              <a:rPr lang="ja-JP" altLang="en-US" dirty="0">
                <a:effectLst/>
              </a:rPr>
              <a:t>箇条書き で項番を振る</a:t>
            </a:r>
            <a:br>
              <a:rPr lang="ja-JP" altLang="en-US" dirty="0">
                <a:effectLst/>
              </a:rPr>
            </a:br>
            <a:r>
              <a:rPr lang="en-US" altLang="ja-JP" dirty="0">
                <a:effectLst/>
              </a:rPr>
              <a:t>- GA</a:t>
            </a:r>
            <a:r>
              <a:rPr lang="ja-JP" altLang="en-US" dirty="0">
                <a:effectLst/>
              </a:rPr>
              <a:t>かプレビューかは必ず明記、</a:t>
            </a:r>
            <a:r>
              <a:rPr lang="en-US" altLang="ja-JP" dirty="0">
                <a:effectLst/>
              </a:rPr>
              <a:t>GA</a:t>
            </a:r>
            <a:r>
              <a:rPr lang="ja-JP" altLang="en-US" dirty="0">
                <a:effectLst/>
              </a:rPr>
              <a:t>の場合 </a:t>
            </a:r>
            <a:r>
              <a:rPr lang="en-US" altLang="ja-JP" dirty="0">
                <a:effectLst/>
              </a:rPr>
              <a:t>[GA]</a:t>
            </a:r>
            <a:r>
              <a:rPr lang="ja-JP" altLang="en-US" dirty="0">
                <a:effectLst/>
              </a:rPr>
              <a:t>から書き出して、プレビューの場合は</a:t>
            </a:r>
            <a:r>
              <a:rPr lang="en-US" altLang="ja-JP" dirty="0">
                <a:effectLst/>
              </a:rPr>
              <a:t>[Preview]</a:t>
            </a:r>
            <a:r>
              <a:rPr lang="ja-JP" altLang="en-US" dirty="0">
                <a:effectLst/>
              </a:rPr>
              <a:t>で書き出して</a:t>
            </a:r>
            <a:br>
              <a:rPr lang="ja-JP" altLang="en-US" dirty="0">
                <a:effectLst/>
              </a:rPr>
            </a:br>
            <a:r>
              <a:rPr lang="en-US" altLang="ja-JP" dirty="0">
                <a:effectLst/>
              </a:rPr>
              <a:t>- </a:t>
            </a:r>
            <a:r>
              <a:rPr lang="ja-JP" altLang="en-US" dirty="0">
                <a:effectLst/>
              </a:rPr>
              <a:t>それぞれ</a:t>
            </a:r>
            <a:r>
              <a:rPr lang="en-US" altLang="ja-JP" dirty="0">
                <a:effectLst/>
              </a:rPr>
              <a:t>80~100</a:t>
            </a:r>
            <a:r>
              <a:rPr lang="ja-JP" altLang="en-US" dirty="0">
                <a:effectLst/>
              </a:rPr>
              <a:t>文字程度でお願いいたします</a:t>
            </a:r>
            <a:br>
              <a:rPr lang="ja-JP" altLang="en-US" dirty="0"/>
            </a:br>
            <a:r>
              <a:rPr lang="en-US" altLang="ja-JP" dirty="0">
                <a:effectLst/>
              </a:rPr>
              <a:t>- </a:t>
            </a:r>
            <a:r>
              <a:rPr lang="ja-JP" altLang="en-US" dirty="0">
                <a:effectLst/>
              </a:rPr>
              <a:t>参照元スライドリンクは不要</a:t>
            </a:r>
            <a:br>
              <a:rPr lang="ja-JP" altLang="en-US" dirty="0"/>
            </a:br>
            <a:r>
              <a:rPr lang="en-US" altLang="ja-JP" dirty="0"/>
              <a:t>- </a:t>
            </a:r>
            <a:r>
              <a:rPr lang="ja-JP" altLang="en-US" dirty="0"/>
              <a:t>コードブロックで表示</a:t>
            </a:r>
            <a:endParaRPr kumimoji="1" lang="ja-JP" altLang="en-US" sz="1200" b="0" i="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C24B01B9-7FD4-4F48-86F8-F42E725C19DC}" type="slidenum">
              <a:rPr kumimoji="1" lang="ja-JP" altLang="en-US" smtClean="0"/>
              <a:t>4</a:t>
            </a:fld>
            <a:endParaRPr kumimoji="1" lang="ja-JP" altLang="en-US"/>
          </a:p>
        </p:txBody>
      </p:sp>
    </p:spTree>
    <p:extLst>
      <p:ext uri="{BB962C8B-B14F-4D97-AF65-F5344CB8AC3E}">
        <p14:creationId xmlns:p14="http://schemas.microsoft.com/office/powerpoint/2010/main" val="240509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AF99-D101-9632-8227-B0546D0FD8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06D306-F9C3-EB49-2420-A3E0EDA925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21C485-124C-F994-2F12-885BED51D442}"/>
              </a:ext>
            </a:extLst>
          </p:cNvPr>
          <p:cNvSpPr>
            <a:spLocks noGrp="1"/>
          </p:cNvSpPr>
          <p:nvPr>
            <p:ph type="body" idx="1"/>
          </p:nvPr>
        </p:nvSpPr>
        <p:spPr/>
        <p:txBody>
          <a:bodyPr/>
          <a:lstStyle/>
          <a:p>
            <a:pPr>
              <a:buNone/>
            </a:pPr>
            <a:endParaRPr kumimoji="1" lang="ja-JP" altLang="en-US" sz="1200" b="0" i="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AE72EA09-27A7-414C-4313-1BF925DC88F4}"/>
              </a:ext>
            </a:extLst>
          </p:cNvPr>
          <p:cNvSpPr>
            <a:spLocks noGrp="1"/>
          </p:cNvSpPr>
          <p:nvPr>
            <p:ph type="sldNum" sz="quarter" idx="5"/>
          </p:nvPr>
        </p:nvSpPr>
        <p:spPr/>
        <p:txBody>
          <a:bodyPr/>
          <a:lstStyle/>
          <a:p>
            <a:fld id="{C24B01B9-7FD4-4F48-86F8-F42E725C19DC}" type="slidenum">
              <a:rPr kumimoji="1" lang="ja-JP" altLang="en-US" smtClean="0"/>
              <a:t>5</a:t>
            </a:fld>
            <a:endParaRPr kumimoji="1" lang="ja-JP" altLang="en-US"/>
          </a:p>
        </p:txBody>
      </p:sp>
    </p:spTree>
    <p:extLst>
      <p:ext uri="{BB962C8B-B14F-4D97-AF65-F5344CB8AC3E}">
        <p14:creationId xmlns:p14="http://schemas.microsoft.com/office/powerpoint/2010/main" val="3751109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1313-1F45-F475-6851-C44DAB002F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DF767-4168-9DD4-F324-952E8A6DF1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FC5BC-2ACE-00C4-6FBA-DD83F5F461F4}"/>
              </a:ext>
            </a:extLst>
          </p:cNvPr>
          <p:cNvSpPr>
            <a:spLocks noGrp="1"/>
          </p:cNvSpPr>
          <p:nvPr>
            <p:ph type="body" idx="1"/>
          </p:nvPr>
        </p:nvSpPr>
        <p:spPr/>
        <p:txBody>
          <a:bodyPr/>
          <a:lstStyle/>
          <a:p>
            <a:endParaRPr kumimoji="1" lang="en-US" altLang="ja-JP"/>
          </a:p>
        </p:txBody>
      </p:sp>
      <p:sp>
        <p:nvSpPr>
          <p:cNvPr id="4" name="スライド番号プレースホルダー 3">
            <a:extLst>
              <a:ext uri="{FF2B5EF4-FFF2-40B4-BE49-F238E27FC236}">
                <a16:creationId xmlns:a16="http://schemas.microsoft.com/office/drawing/2014/main" id="{CF4404A6-F1BF-77B5-4607-A402566CF994}"/>
              </a:ext>
            </a:extLst>
          </p:cNvPr>
          <p:cNvSpPr>
            <a:spLocks noGrp="1"/>
          </p:cNvSpPr>
          <p:nvPr>
            <p:ph type="sldNum" sz="quarter" idx="5"/>
          </p:nvPr>
        </p:nvSpPr>
        <p:spPr/>
        <p:txBody>
          <a:bodyPr/>
          <a:lstStyle/>
          <a:p>
            <a:fld id="{C24B01B9-7FD4-4F48-86F8-F42E725C19DC}" type="slidenum">
              <a:rPr kumimoji="1" lang="ja-JP" altLang="en-US" smtClean="0"/>
              <a:t>6</a:t>
            </a:fld>
            <a:endParaRPr kumimoji="1" lang="ja-JP" altLang="en-US"/>
          </a:p>
        </p:txBody>
      </p:sp>
    </p:spTree>
    <p:extLst>
      <p:ext uri="{BB962C8B-B14F-4D97-AF65-F5344CB8AC3E}">
        <p14:creationId xmlns:p14="http://schemas.microsoft.com/office/powerpoint/2010/main" val="883655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Azure Update Cover - Indigo Amber">
    <p:spTree>
      <p:nvGrpSpPr>
        <p:cNvPr id="1" name=""/>
        <p:cNvGrpSpPr/>
        <p:nvPr/>
      </p:nvGrpSpPr>
      <p:grpSpPr>
        <a:xfrm>
          <a:off x="0" y="0"/>
          <a:ext cx="0" cy="0"/>
          <a:chOff x="0" y="0"/>
          <a:chExt cx="0" cy="0"/>
        </a:xfrm>
      </p:grpSpPr>
      <p:sp>
        <p:nvSpPr>
          <p:cNvPr id="4" name="CoverBase">
            <a:extLst>
              <a:ext uri="{FF2B5EF4-FFF2-40B4-BE49-F238E27FC236}">
                <a16:creationId xmlns:a16="http://schemas.microsoft.com/office/drawing/2014/main" id="{E64ED933-7335-8673-0E68-33551B7E014B}"/>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5" name="CoverPanel">
            <a:extLst>
              <a:ext uri="{FF2B5EF4-FFF2-40B4-BE49-F238E27FC236}">
                <a16:creationId xmlns:a16="http://schemas.microsoft.com/office/drawing/2014/main" id="{A3686CD9-9CDF-469F-7383-294DE5829F2A}"/>
              </a:ext>
            </a:extLst>
          </p:cNvPr>
          <p:cNvSpPr/>
          <p:nvPr userDrawn="1"/>
        </p:nvSpPr>
        <p:spPr>
          <a:xfrm>
            <a:off x="0" y="0"/>
            <a:ext cx="4381500" cy="6858000"/>
          </a:xfrm>
          <a:prstGeom prst="rect">
            <a:avLst/>
          </a:prstGeom>
          <a:solidFill>
            <a:srgbClr val="2E3C72"/>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6" name="CoverRing">
            <a:extLst>
              <a:ext uri="{FF2B5EF4-FFF2-40B4-BE49-F238E27FC236}">
                <a16:creationId xmlns:a16="http://schemas.microsoft.com/office/drawing/2014/main" id="{3D514691-82CF-1D78-D942-42F364F71273}"/>
              </a:ext>
            </a:extLst>
          </p:cNvPr>
          <p:cNvSpPr/>
          <p:nvPr userDrawn="1"/>
        </p:nvSpPr>
        <p:spPr>
          <a:xfrm>
            <a:off x="1879600" y="2476500"/>
            <a:ext cx="3048000" cy="3048000"/>
          </a:xfrm>
          <a:prstGeom prst="ellipse">
            <a:avLst/>
          </a:prstGeom>
          <a:solidFill>
            <a:srgbClr val="3B4C8A"/>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7" name="CoverAzureLabel">
            <a:extLst>
              <a:ext uri="{FF2B5EF4-FFF2-40B4-BE49-F238E27FC236}">
                <a16:creationId xmlns:a16="http://schemas.microsoft.com/office/drawing/2014/main" id="{7974BB06-209C-25D2-3CFB-4B7785215D0D}"/>
              </a:ext>
            </a:extLst>
          </p:cNvPr>
          <p:cNvSpPr txBox="1"/>
          <p:nvPr userDrawn="1"/>
        </p:nvSpPr>
        <p:spPr>
          <a:xfrm>
            <a:off x="558800" y="1574800"/>
            <a:ext cx="3429000" cy="276999"/>
          </a:xfrm>
          <a:prstGeom prst="rect">
            <a:avLst/>
          </a:prstGeom>
          <a:noFill/>
        </p:spPr>
        <p:txBody>
          <a:bodyPr vert="horz" lIns="0" tIns="0" rIns="0" bIns="0" rtlCol="0">
            <a:spAutoFit/>
          </a:bodyPr>
          <a:lstStyle/>
          <a:p>
            <a:pPr algn="l"/>
            <a:r>
              <a:rPr kumimoji="1" lang="en-US" altLang="ja-JP" sz="1800" b="0">
                <a:solidFill>
                  <a:srgbClr val="FFFFFF"/>
                </a:solidFill>
                <a:latin typeface="Segoe UI" panose="020B0502040204020203" pitchFamily="34" charset="0"/>
                <a:ea typeface="BIZ UDPゴシック" panose="020B0400000000000000" pitchFamily="50" charset="-128"/>
                <a:cs typeface="Segoe UI" panose="020B0502040204020203" pitchFamily="34" charset="0"/>
              </a:rPr>
              <a:t>Microsoft Azure</a:t>
            </a:r>
            <a:endParaRPr kumimoji="1" lang="ja-JP" altLang="en-US" sz="1800" b="0">
              <a:solidFill>
                <a:srgbClr val="FFFFFF"/>
              </a:solidFill>
              <a:latin typeface="Segoe UI" panose="020B0502040204020203" pitchFamily="34" charset="0"/>
              <a:ea typeface="BIZ UDPゴシック" panose="020B0400000000000000" pitchFamily="50" charset="-128"/>
              <a:cs typeface="Segoe UI" panose="020B0502040204020203" pitchFamily="34" charset="0"/>
            </a:endParaRPr>
          </a:p>
        </p:txBody>
      </p:sp>
      <p:sp>
        <p:nvSpPr>
          <p:cNvPr id="8" name="CoverBadge">
            <a:extLst>
              <a:ext uri="{FF2B5EF4-FFF2-40B4-BE49-F238E27FC236}">
                <a16:creationId xmlns:a16="http://schemas.microsoft.com/office/drawing/2014/main" id="{C2650D02-0820-9A8A-4116-BEDF09CCB83A}"/>
              </a:ext>
            </a:extLst>
          </p:cNvPr>
          <p:cNvSpPr/>
          <p:nvPr userDrawn="1"/>
        </p:nvSpPr>
        <p:spPr>
          <a:xfrm>
            <a:off x="609600" y="5156200"/>
            <a:ext cx="2794000" cy="533400"/>
          </a:xfrm>
          <a:prstGeom prst="rect">
            <a:avLst/>
          </a:prstGeom>
          <a:solidFill>
            <a:srgbClr val="F5A623"/>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a:solidFill>
                  <a:srgbClr val="FFFFFF"/>
                </a:solidFill>
                <a:latin typeface="Segoe UI" panose="020B0502040204020203" pitchFamily="34" charset="0"/>
                <a:ea typeface="BIZ UDPゴシック" panose="020B0400000000000000" pitchFamily="50" charset="-128"/>
                <a:cs typeface="Segoe UI" panose="020B0502040204020203" pitchFamily="34" charset="0"/>
              </a:rPr>
              <a:t>Weekly New Topics</a:t>
            </a:r>
            <a:endParaRPr kumimoji="1" lang="ja-JP" altLang="en-US" sz="1600">
              <a:solidFill>
                <a:srgbClr val="FFFFFF"/>
              </a:solidFill>
              <a:latin typeface="Segoe UI" panose="020B0502040204020203" pitchFamily="34" charset="0"/>
              <a:ea typeface="BIZ UDPゴシック" panose="020B0400000000000000" pitchFamily="50" charset="-128"/>
              <a:cs typeface="Segoe UI" panose="020B0502040204020203" pitchFamily="34" charset="0"/>
            </a:endParaRPr>
          </a:p>
        </p:txBody>
      </p:sp>
      <p:sp>
        <p:nvSpPr>
          <p:cNvPr id="9" name="CoverRule">
            <a:extLst>
              <a:ext uri="{FF2B5EF4-FFF2-40B4-BE49-F238E27FC236}">
                <a16:creationId xmlns:a16="http://schemas.microsoft.com/office/drawing/2014/main" id="{A5410F89-63F8-6C76-0369-3CC7A018F321}"/>
              </a:ext>
            </a:extLst>
          </p:cNvPr>
          <p:cNvSpPr/>
          <p:nvPr userDrawn="1"/>
        </p:nvSpPr>
        <p:spPr>
          <a:xfrm>
            <a:off x="5080000" y="4216400"/>
            <a:ext cx="1219200" cy="88900"/>
          </a:xfrm>
          <a:prstGeom prst="rect">
            <a:avLst/>
          </a:prstGeom>
          <a:solidFill>
            <a:srgbClr val="3B4C8A"/>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10" name="Title 1">
            <a:extLst>
              <a:ext uri="{FF2B5EF4-FFF2-40B4-BE49-F238E27FC236}">
                <a16:creationId xmlns:a16="http://schemas.microsoft.com/office/drawing/2014/main" id="{54A7EC09-A990-FA01-4B2E-C511DFB8ACED}"/>
              </a:ext>
            </a:extLst>
          </p:cNvPr>
          <p:cNvSpPr>
            <a:spLocks noGrp="1"/>
          </p:cNvSpPr>
          <p:nvPr>
            <p:ph type="title" idx="11" hasCustomPrompt="1"/>
          </p:nvPr>
        </p:nvSpPr>
        <p:spPr>
          <a:xfrm>
            <a:off x="5080000" y="2095500"/>
            <a:ext cx="6604000" cy="1905000"/>
          </a:xfrm>
        </p:spPr>
        <p:txBody>
          <a:bodyPr lIns="0" tIns="0" rIns="0" bIns="0"/>
          <a:lstStyle>
            <a:lvl1pPr algn="l">
              <a:defRPr sz="3400" b="0">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r>
              <a:rPr kumimoji="1" lang="en-US" altLang="ja-JP"/>
              <a:t>Azure New Topics</a:t>
            </a:r>
            <a:br>
              <a:rPr kumimoji="1" lang="en-US" altLang="ja-JP"/>
            </a:br>
            <a:r>
              <a:rPr kumimoji="1" lang="en-US" altLang="ja-JP"/>
              <a:t>Weekly Update</a:t>
            </a:r>
            <a:endParaRPr kumimoji="1" lang="ja-JP" altLang="en-US"/>
          </a:p>
        </p:txBody>
      </p:sp>
      <p:sp>
        <p:nvSpPr>
          <p:cNvPr id="11" name="SubtitlePlaceholder">
            <a:extLst>
              <a:ext uri="{FF2B5EF4-FFF2-40B4-BE49-F238E27FC236}">
                <a16:creationId xmlns:a16="http://schemas.microsoft.com/office/drawing/2014/main" id="{C1A8ED5D-105F-95CF-3F08-BF48932118CF}"/>
              </a:ext>
            </a:extLst>
          </p:cNvPr>
          <p:cNvSpPr>
            <a:spLocks noGrp="1"/>
          </p:cNvSpPr>
          <p:nvPr>
            <p:ph type="body" sz="quarter" idx="12" hasCustomPrompt="1"/>
          </p:nvPr>
        </p:nvSpPr>
        <p:spPr>
          <a:xfrm>
            <a:off x="5080000" y="4470400"/>
            <a:ext cx="6477000" cy="1397000"/>
          </a:xfrm>
          <a:prstGeom prst="rect">
            <a:avLst/>
          </a:prstGeom>
        </p:spPr>
        <p:txBody>
          <a:bodyPr lIns="0" tIns="0" rIns="0" bIns="0"/>
          <a:lstStyle>
            <a:lvl1pPr algn="l">
              <a:defRPr sz="2000" b="0">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{{CUSTOMER}} </a:t>
            </a:r>
            <a:r>
              <a:rPr kumimoji="1" lang="ja-JP" altLang="en-US"/>
              <a:t>御中</a:t>
            </a:r>
          </a:p>
          <a:p>
            <a:pPr lvl="0"/>
            <a:r>
              <a:rPr kumimoji="1" lang="en-US" altLang="ja-JP"/>
              <a:t>{{SYSTEM}}</a:t>
            </a:r>
            <a:r>
              <a:rPr kumimoji="1" lang="ja-JP" altLang="en-US"/>
              <a:t>向け</a:t>
            </a:r>
          </a:p>
          <a:p>
            <a:pPr lvl="0"/>
            <a:r>
              <a:rPr kumimoji="1" lang="en-US" altLang="ja-JP"/>
              <a:t>Azure </a:t>
            </a:r>
            <a:r>
              <a:rPr kumimoji="1" lang="ja-JP" altLang="en-US"/>
              <a:t>アップデート情報</a:t>
            </a:r>
          </a:p>
        </p:txBody>
      </p:sp>
      <p:sp>
        <p:nvSpPr>
          <p:cNvPr id="12" name="CoverDatePlaceholder">
            <a:extLst>
              <a:ext uri="{FF2B5EF4-FFF2-40B4-BE49-F238E27FC236}">
                <a16:creationId xmlns:a16="http://schemas.microsoft.com/office/drawing/2014/main" id="{BB45A7E1-3A5E-AE5F-1CAE-5E41EC497A58}"/>
              </a:ext>
            </a:extLst>
          </p:cNvPr>
          <p:cNvSpPr>
            <a:spLocks noGrp="1"/>
          </p:cNvSpPr>
          <p:nvPr>
            <p:ph type="body" sz="quarter" idx="13" hasCustomPrompt="1"/>
          </p:nvPr>
        </p:nvSpPr>
        <p:spPr>
          <a:xfrm>
            <a:off x="584200" y="5816600"/>
            <a:ext cx="3429000" cy="381000"/>
          </a:xfrm>
          <a:prstGeom prst="rect">
            <a:avLst/>
          </a:prstGeom>
        </p:spPr>
        <p:txBody>
          <a:bodyPr lIns="0" tIns="0" rIns="0" bIns="0"/>
          <a:lstStyle>
            <a:lvl1pPr algn="l">
              <a:defRPr sz="1600" b="0">
                <a:solidFill>
                  <a:srgbClr val="FFFFFF"/>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{{DATE}}</a:t>
            </a:r>
            <a:endParaRPr kumimoji="1" lang="ja-JP" altLang="en-US"/>
          </a:p>
        </p:txBody>
      </p:sp>
      <p:sp>
        <p:nvSpPr>
          <p:cNvPr id="13" name="CoverSpeakerPlaceholder">
            <a:extLst>
              <a:ext uri="{FF2B5EF4-FFF2-40B4-BE49-F238E27FC236}">
                <a16:creationId xmlns:a16="http://schemas.microsoft.com/office/drawing/2014/main" id="{B60C487B-F448-E969-ADC2-2914D7308757}"/>
              </a:ext>
            </a:extLst>
          </p:cNvPr>
          <p:cNvSpPr>
            <a:spLocks noGrp="1"/>
          </p:cNvSpPr>
          <p:nvPr>
            <p:ph type="body" sz="quarter" idx="14" hasCustomPrompt="1"/>
          </p:nvPr>
        </p:nvSpPr>
        <p:spPr>
          <a:xfrm>
            <a:off x="5080000" y="6286500"/>
            <a:ext cx="6477000" cy="330200"/>
          </a:xfrm>
          <a:prstGeom prst="rect">
            <a:avLst/>
          </a:prstGeom>
        </p:spPr>
        <p:txBody>
          <a:bodyPr lIns="0" tIns="0" rIns="0" bIns="0"/>
          <a:lstStyle>
            <a:lvl1pPr algn="l">
              <a:defRPr sz="1300" b="0">
                <a:solidFill>
                  <a:srgbClr val="666666"/>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{{SPEAKER}}</a:t>
            </a:r>
            <a:endParaRPr kumimoji="1" lang="ja-JP" altLang="en-US"/>
          </a:p>
        </p:txBody>
      </p:sp>
    </p:spTree>
    <p:extLst>
      <p:ext uri="{BB962C8B-B14F-4D97-AF65-F5344CB8AC3E}">
        <p14:creationId xmlns:p14="http://schemas.microsoft.com/office/powerpoint/2010/main" val="3871808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zure Update Cover - Azure Blue">
    <p:spTree>
      <p:nvGrpSpPr>
        <p:cNvPr id="1" name=""/>
        <p:cNvGrpSpPr/>
        <p:nvPr/>
      </p:nvGrpSpPr>
      <p:grpSpPr>
        <a:xfrm>
          <a:off x="0" y="0"/>
          <a:ext cx="0" cy="0"/>
          <a:chOff x="0" y="0"/>
          <a:chExt cx="0" cy="0"/>
        </a:xfrm>
      </p:grpSpPr>
      <p:sp>
        <p:nvSpPr>
          <p:cNvPr id="4" name="CoverBase">
            <a:extLst>
              <a:ext uri="{FF2B5EF4-FFF2-40B4-BE49-F238E27FC236}">
                <a16:creationId xmlns:a16="http://schemas.microsoft.com/office/drawing/2014/main" id="{79233A8C-1093-5BC2-16C2-DA6500EED6AB}"/>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5" name="CoverPanel">
            <a:extLst>
              <a:ext uri="{FF2B5EF4-FFF2-40B4-BE49-F238E27FC236}">
                <a16:creationId xmlns:a16="http://schemas.microsoft.com/office/drawing/2014/main" id="{DD8E8BA7-0FB6-A837-96A1-16537D2E0EB6}"/>
              </a:ext>
            </a:extLst>
          </p:cNvPr>
          <p:cNvSpPr/>
          <p:nvPr userDrawn="1"/>
        </p:nvSpPr>
        <p:spPr>
          <a:xfrm>
            <a:off x="0" y="0"/>
            <a:ext cx="12192000" cy="2133600"/>
          </a:xfrm>
          <a:prstGeom prst="rect">
            <a:avLst/>
          </a:prstGeom>
          <a:solidFill>
            <a:srgbClr val="0078D4"/>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6" name="CoverBand">
            <a:extLst>
              <a:ext uri="{FF2B5EF4-FFF2-40B4-BE49-F238E27FC236}">
                <a16:creationId xmlns:a16="http://schemas.microsoft.com/office/drawing/2014/main" id="{EFC95162-8ED1-D439-D200-F68F21DDD673}"/>
              </a:ext>
            </a:extLst>
          </p:cNvPr>
          <p:cNvSpPr/>
          <p:nvPr userDrawn="1"/>
        </p:nvSpPr>
        <p:spPr>
          <a:xfrm>
            <a:off x="0" y="2133600"/>
            <a:ext cx="12192000" cy="228600"/>
          </a:xfrm>
          <a:prstGeom prst="rect">
            <a:avLst/>
          </a:prstGeom>
          <a:solidFill>
            <a:srgbClr val="00B0F0"/>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7" name="CoverOrbLarge">
            <a:extLst>
              <a:ext uri="{FF2B5EF4-FFF2-40B4-BE49-F238E27FC236}">
                <a16:creationId xmlns:a16="http://schemas.microsoft.com/office/drawing/2014/main" id="{D57EEAE4-578D-C01D-5A1C-2629C17020A5}"/>
              </a:ext>
            </a:extLst>
          </p:cNvPr>
          <p:cNvSpPr/>
          <p:nvPr userDrawn="1"/>
        </p:nvSpPr>
        <p:spPr>
          <a:xfrm>
            <a:off x="9271000" y="-1206500"/>
            <a:ext cx="3302000" cy="3302000"/>
          </a:xfrm>
          <a:prstGeom prst="ellipse">
            <a:avLst/>
          </a:prstGeom>
          <a:solidFill>
            <a:srgbClr val="005EB8">
              <a:alpha val="88000"/>
            </a:srgb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8" name="CoverOrbSmall">
            <a:extLst>
              <a:ext uri="{FF2B5EF4-FFF2-40B4-BE49-F238E27FC236}">
                <a16:creationId xmlns:a16="http://schemas.microsoft.com/office/drawing/2014/main" id="{CC6C6CDE-4492-43F0-917A-CB1DB3CDCCF6}"/>
              </a:ext>
            </a:extLst>
          </p:cNvPr>
          <p:cNvSpPr/>
          <p:nvPr userDrawn="1"/>
        </p:nvSpPr>
        <p:spPr>
          <a:xfrm>
            <a:off x="533400" y="4445000"/>
            <a:ext cx="2032000" cy="2032000"/>
          </a:xfrm>
          <a:prstGeom prst="ellipse">
            <a:avLst/>
          </a:prstGeom>
          <a:solidFill>
            <a:srgbClr val="00B0F0">
              <a:alpha val="80000"/>
            </a:srgb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9" name="CoverAzureLabel">
            <a:extLst>
              <a:ext uri="{FF2B5EF4-FFF2-40B4-BE49-F238E27FC236}">
                <a16:creationId xmlns:a16="http://schemas.microsoft.com/office/drawing/2014/main" id="{95FC07C8-E3BB-55A4-2660-3A8423D61AC7}"/>
              </a:ext>
            </a:extLst>
          </p:cNvPr>
          <p:cNvSpPr txBox="1"/>
          <p:nvPr userDrawn="1"/>
        </p:nvSpPr>
        <p:spPr>
          <a:xfrm>
            <a:off x="1524000" y="787400"/>
            <a:ext cx="3429000" cy="276999"/>
          </a:xfrm>
          <a:prstGeom prst="rect">
            <a:avLst/>
          </a:prstGeom>
          <a:noFill/>
        </p:spPr>
        <p:txBody>
          <a:bodyPr vert="horz" lIns="0" tIns="0" rIns="0" bIns="0" rtlCol="0">
            <a:spAutoFit/>
          </a:bodyPr>
          <a:lstStyle/>
          <a:p>
            <a:pPr algn="l"/>
            <a:r>
              <a:rPr kumimoji="1" lang="en-US" altLang="ja-JP" sz="1800" b="0">
                <a:solidFill>
                  <a:srgbClr val="FFFFFF"/>
                </a:solidFill>
                <a:latin typeface="Segoe UI" panose="020B0502040204020203" pitchFamily="34" charset="0"/>
                <a:ea typeface="BIZ UDPゴシック" panose="020B0400000000000000" pitchFamily="50" charset="-128"/>
                <a:cs typeface="Segoe UI" panose="020B0502040204020203" pitchFamily="34" charset="0"/>
              </a:rPr>
              <a:t>Microsoft Azure</a:t>
            </a:r>
            <a:endParaRPr kumimoji="1" lang="ja-JP" altLang="en-US" sz="1800" b="0">
              <a:solidFill>
                <a:srgbClr val="FFFFFF"/>
              </a:solidFill>
              <a:latin typeface="Segoe UI" panose="020B0502040204020203" pitchFamily="34" charset="0"/>
              <a:ea typeface="BIZ UDPゴシック" panose="020B0400000000000000" pitchFamily="50" charset="-128"/>
              <a:cs typeface="Segoe UI" panose="020B0502040204020203" pitchFamily="34" charset="0"/>
            </a:endParaRPr>
          </a:p>
        </p:txBody>
      </p:sp>
      <p:sp>
        <p:nvSpPr>
          <p:cNvPr id="10" name="CoverRule">
            <a:extLst>
              <a:ext uri="{FF2B5EF4-FFF2-40B4-BE49-F238E27FC236}">
                <a16:creationId xmlns:a16="http://schemas.microsoft.com/office/drawing/2014/main" id="{D3467D85-F51A-2908-4E22-EFD9C50F9C42}"/>
              </a:ext>
            </a:extLst>
          </p:cNvPr>
          <p:cNvSpPr/>
          <p:nvPr userDrawn="1"/>
        </p:nvSpPr>
        <p:spPr>
          <a:xfrm>
            <a:off x="5080000" y="4216400"/>
            <a:ext cx="1524000" cy="88900"/>
          </a:xfrm>
          <a:prstGeom prst="rect">
            <a:avLst/>
          </a:prstGeom>
          <a:solidFill>
            <a:srgbClr val="00B0F0"/>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11" name="Title 1">
            <a:extLst>
              <a:ext uri="{FF2B5EF4-FFF2-40B4-BE49-F238E27FC236}">
                <a16:creationId xmlns:a16="http://schemas.microsoft.com/office/drawing/2014/main" id="{57A019E2-F098-90B3-82A5-FC002FF7029D}"/>
              </a:ext>
            </a:extLst>
          </p:cNvPr>
          <p:cNvSpPr>
            <a:spLocks noGrp="1"/>
          </p:cNvSpPr>
          <p:nvPr>
            <p:ph type="title" idx="11" hasCustomPrompt="1"/>
          </p:nvPr>
        </p:nvSpPr>
        <p:spPr>
          <a:xfrm>
            <a:off x="5080000" y="2095500"/>
            <a:ext cx="6604000" cy="1905000"/>
          </a:xfrm>
        </p:spPr>
        <p:txBody>
          <a:bodyPr lIns="0" tIns="0" rIns="0" bIns="0"/>
          <a:lstStyle>
            <a:lvl1pPr algn="l">
              <a:defRPr sz="3400" b="0">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r>
              <a:rPr kumimoji="1" lang="en-US" altLang="ja-JP"/>
              <a:t>Azure New Topics</a:t>
            </a:r>
            <a:br>
              <a:rPr kumimoji="1" lang="en-US" altLang="ja-JP"/>
            </a:br>
            <a:r>
              <a:rPr kumimoji="1" lang="en-US" altLang="ja-JP"/>
              <a:t>Weekly Update</a:t>
            </a:r>
            <a:endParaRPr kumimoji="1" lang="ja-JP" altLang="en-US"/>
          </a:p>
        </p:txBody>
      </p:sp>
      <p:sp>
        <p:nvSpPr>
          <p:cNvPr id="12" name="SubtitlePlaceholder">
            <a:extLst>
              <a:ext uri="{FF2B5EF4-FFF2-40B4-BE49-F238E27FC236}">
                <a16:creationId xmlns:a16="http://schemas.microsoft.com/office/drawing/2014/main" id="{807410DB-EA86-EA47-80B1-53D4A66D4FE0}"/>
              </a:ext>
            </a:extLst>
          </p:cNvPr>
          <p:cNvSpPr>
            <a:spLocks noGrp="1"/>
          </p:cNvSpPr>
          <p:nvPr>
            <p:ph type="body" sz="quarter" idx="12" hasCustomPrompt="1"/>
          </p:nvPr>
        </p:nvSpPr>
        <p:spPr>
          <a:xfrm>
            <a:off x="5080000" y="4470400"/>
            <a:ext cx="6477000" cy="1397000"/>
          </a:xfrm>
          <a:prstGeom prst="rect">
            <a:avLst/>
          </a:prstGeom>
        </p:spPr>
        <p:txBody>
          <a:bodyPr lIns="0" tIns="0" rIns="0" bIns="0"/>
          <a:lstStyle>
            <a:lvl1pPr algn="l">
              <a:defRPr sz="2000" b="0">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{{CUSTOMER}} </a:t>
            </a:r>
            <a:r>
              <a:rPr kumimoji="1" lang="ja-JP" altLang="en-US"/>
              <a:t>御中</a:t>
            </a:r>
          </a:p>
          <a:p>
            <a:pPr lvl="0"/>
            <a:r>
              <a:rPr kumimoji="1" lang="en-US" altLang="ja-JP"/>
              <a:t>{{SYSTEM}}</a:t>
            </a:r>
            <a:r>
              <a:rPr kumimoji="1" lang="ja-JP" altLang="en-US"/>
              <a:t>向け</a:t>
            </a:r>
          </a:p>
          <a:p>
            <a:pPr lvl="0"/>
            <a:r>
              <a:rPr kumimoji="1" lang="en-US" altLang="ja-JP"/>
              <a:t>Azure </a:t>
            </a:r>
            <a:r>
              <a:rPr kumimoji="1" lang="ja-JP" altLang="en-US"/>
              <a:t>アップデート情報</a:t>
            </a:r>
          </a:p>
        </p:txBody>
      </p:sp>
      <p:sp>
        <p:nvSpPr>
          <p:cNvPr id="13" name="CoverDatePlaceholder">
            <a:extLst>
              <a:ext uri="{FF2B5EF4-FFF2-40B4-BE49-F238E27FC236}">
                <a16:creationId xmlns:a16="http://schemas.microsoft.com/office/drawing/2014/main" id="{6D38A0D3-F0EC-6F53-A429-33F08FE71895}"/>
              </a:ext>
            </a:extLst>
          </p:cNvPr>
          <p:cNvSpPr>
            <a:spLocks noGrp="1"/>
          </p:cNvSpPr>
          <p:nvPr>
            <p:ph type="body" sz="quarter" idx="13" hasCustomPrompt="1"/>
          </p:nvPr>
        </p:nvSpPr>
        <p:spPr>
          <a:xfrm>
            <a:off x="584200" y="5816600"/>
            <a:ext cx="3429000" cy="381000"/>
          </a:xfrm>
          <a:prstGeom prst="rect">
            <a:avLst/>
          </a:prstGeom>
        </p:spPr>
        <p:txBody>
          <a:bodyPr lIns="0" tIns="0" rIns="0" bIns="0"/>
          <a:lstStyle>
            <a:lvl1pPr algn="l">
              <a:defRPr sz="1600" b="0">
                <a:solidFill>
                  <a:srgbClr val="FFFFFF"/>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{{DATE}}</a:t>
            </a:r>
            <a:endParaRPr kumimoji="1" lang="ja-JP" altLang="en-US"/>
          </a:p>
        </p:txBody>
      </p:sp>
      <p:sp>
        <p:nvSpPr>
          <p:cNvPr id="14" name="CoverSpeakerPlaceholder">
            <a:extLst>
              <a:ext uri="{FF2B5EF4-FFF2-40B4-BE49-F238E27FC236}">
                <a16:creationId xmlns:a16="http://schemas.microsoft.com/office/drawing/2014/main" id="{93682CD9-EC8D-C4CA-31F0-2B86CF6433EA}"/>
              </a:ext>
            </a:extLst>
          </p:cNvPr>
          <p:cNvSpPr>
            <a:spLocks noGrp="1"/>
          </p:cNvSpPr>
          <p:nvPr>
            <p:ph type="body" sz="quarter" idx="14" hasCustomPrompt="1"/>
          </p:nvPr>
        </p:nvSpPr>
        <p:spPr>
          <a:xfrm>
            <a:off x="5080000" y="6286500"/>
            <a:ext cx="6477000" cy="330200"/>
          </a:xfrm>
          <a:prstGeom prst="rect">
            <a:avLst/>
          </a:prstGeom>
        </p:spPr>
        <p:txBody>
          <a:bodyPr lIns="0" tIns="0" rIns="0" bIns="0"/>
          <a:lstStyle>
            <a:lvl1pPr algn="l">
              <a:defRPr sz="1300" b="0">
                <a:solidFill>
                  <a:srgbClr val="666666"/>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{{SPEAKER}}</a:t>
            </a:r>
            <a:endParaRPr kumimoji="1" lang="ja-JP" altLang="en-US"/>
          </a:p>
        </p:txBody>
      </p:sp>
    </p:spTree>
    <p:extLst>
      <p:ext uri="{BB962C8B-B14F-4D97-AF65-F5344CB8AC3E}">
        <p14:creationId xmlns:p14="http://schemas.microsoft.com/office/powerpoint/2010/main" val="2678532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zure Update Content">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0"/>
          </p:nvPr>
        </p:nvSpPr>
        <p:spPr/>
        <p:txBody>
          <a:bodyPr/>
          <a:lstStyle>
            <a:lvl1pPr>
              <a:defRPr>
                <a:latin typeface="Segoe UI" panose="020B0502040204020203" pitchFamily="34" charset="0"/>
                <a:ea typeface="BIZ UDPゴシック" panose="020B0400000000000000" pitchFamily="50" charset="-128"/>
                <a:cs typeface="Segoe UI" panose="020B0502040204020203" pitchFamily="34" charset="0"/>
              </a:defRPr>
            </a:lvl1pPr>
          </a:lstStyle>
          <a:p>
            <a:pPr>
              <a:defRPr/>
            </a:pPr>
            <a:fld id="{057595E4-A9A2-4DBB-9DF9-29E61EE6FF4B}" type="slidenum">
              <a:rPr kumimoji="0" lang="en-US" smtClean="0">
                <a:solidFill>
                  <a:prstClr val="black">
                    <a:tint val="75000"/>
                  </a:prstClr>
                </a:solidFill>
              </a:rPr>
              <a:pPr>
                <a:defRPr/>
              </a:pPr>
              <a:t>‹#›</a:t>
            </a:fld>
            <a:endParaRPr kumimoji="0" lang="en-US">
              <a:solidFill>
                <a:prstClr val="black">
                  <a:tint val="75000"/>
                </a:prstClr>
              </a:solidFill>
            </a:endParaRPr>
          </a:p>
        </p:txBody>
      </p:sp>
      <p:sp>
        <p:nvSpPr>
          <p:cNvPr id="7" name="ContentAccentBar">
            <a:extLst>
              <a:ext uri="{FF2B5EF4-FFF2-40B4-BE49-F238E27FC236}">
                <a16:creationId xmlns:a16="http://schemas.microsoft.com/office/drawing/2014/main" id="{3A1CA77B-C473-30AE-B3D9-7907F8BD51B9}"/>
              </a:ext>
            </a:extLst>
          </p:cNvPr>
          <p:cNvSpPr/>
          <p:nvPr userDrawn="1"/>
        </p:nvSpPr>
        <p:spPr>
          <a:xfrm>
            <a:off x="0" y="0"/>
            <a:ext cx="228600" cy="6858000"/>
          </a:xfrm>
          <a:prstGeom prst="rect">
            <a:avLst/>
          </a:prstGeom>
          <a:solidFill>
            <a:srgbClr val="2E3C72"/>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8" name="ContentTitleRule">
            <a:extLst>
              <a:ext uri="{FF2B5EF4-FFF2-40B4-BE49-F238E27FC236}">
                <a16:creationId xmlns:a16="http://schemas.microsoft.com/office/drawing/2014/main" id="{E3ADEE4F-B9E2-310E-B0ED-45C7A5445C1B}"/>
              </a:ext>
            </a:extLst>
          </p:cNvPr>
          <p:cNvSpPr/>
          <p:nvPr userDrawn="1"/>
        </p:nvSpPr>
        <p:spPr>
          <a:xfrm>
            <a:off x="228600" y="533400"/>
            <a:ext cx="11684000" cy="25400"/>
          </a:xfrm>
          <a:prstGeom prst="rect">
            <a:avLst/>
          </a:prstGeom>
          <a:solidFill>
            <a:srgbClr val="F5A623"/>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9" name="Title 1">
            <a:extLst>
              <a:ext uri="{FF2B5EF4-FFF2-40B4-BE49-F238E27FC236}">
                <a16:creationId xmlns:a16="http://schemas.microsoft.com/office/drawing/2014/main" id="{F98BFBAA-1AF7-EE0E-0913-3016AEA8C1A3}"/>
              </a:ext>
            </a:extLst>
          </p:cNvPr>
          <p:cNvSpPr>
            <a:spLocks noGrp="1"/>
          </p:cNvSpPr>
          <p:nvPr>
            <p:ph type="title" idx="12"/>
          </p:nvPr>
        </p:nvSpPr>
        <p:spPr>
          <a:xfrm>
            <a:off x="228600" y="152400"/>
            <a:ext cx="11557000" cy="381000"/>
          </a:xfrm>
        </p:spPr>
        <p:txBody>
          <a:bodyPr lIns="0" tIns="0" rIns="0" bIns="0"/>
          <a:lstStyle>
            <a:lvl1pPr algn="l">
              <a:defRPr sz="2000" b="1">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r>
              <a:rPr kumimoji="1" lang="ja-JP" altLang="en-US"/>
              <a:t>マスター タイトルの書式設定</a:t>
            </a:r>
          </a:p>
        </p:txBody>
      </p:sp>
      <p:sp>
        <p:nvSpPr>
          <p:cNvPr id="10" name="Content Placeholder 4">
            <a:extLst>
              <a:ext uri="{FF2B5EF4-FFF2-40B4-BE49-F238E27FC236}">
                <a16:creationId xmlns:a16="http://schemas.microsoft.com/office/drawing/2014/main" id="{62119DB6-FAEE-2BD9-AB08-0C23FC65142D}"/>
              </a:ext>
            </a:extLst>
          </p:cNvPr>
          <p:cNvSpPr>
            <a:spLocks noGrp="1"/>
          </p:cNvSpPr>
          <p:nvPr>
            <p:ph sz="quarter" idx="13"/>
          </p:nvPr>
        </p:nvSpPr>
        <p:spPr>
          <a:xfrm>
            <a:off x="228600" y="736600"/>
            <a:ext cx="11684000" cy="5613400"/>
          </a:xfrm>
          <a:prstGeom prst="rect">
            <a:avLst/>
          </a:prstGeom>
        </p:spPr>
        <p:txBody>
          <a:bodyPr lIns="0" tIns="0" rIns="0" bIns="0"/>
          <a:lstStyle>
            <a:lvl1pPr algn="l">
              <a:defRPr sz="1600" b="0">
                <a:solidFill>
                  <a:srgbClr val="333333"/>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ja-JP" altLang="en-US"/>
              <a:t>マスター テキストの書式設定</a:t>
            </a:r>
          </a:p>
        </p:txBody>
      </p:sp>
    </p:spTree>
    <p:extLst>
      <p:ext uri="{BB962C8B-B14F-4D97-AF65-F5344CB8AC3E}">
        <p14:creationId xmlns:p14="http://schemas.microsoft.com/office/powerpoint/2010/main" val="3160647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Azure Update Cover - Teal Fresh">
    <p:spTree>
      <p:nvGrpSpPr>
        <p:cNvPr id="1" name=""/>
        <p:cNvGrpSpPr/>
        <p:nvPr/>
      </p:nvGrpSpPr>
      <p:grpSpPr>
        <a:xfrm>
          <a:off x="0" y="0"/>
          <a:ext cx="0" cy="0"/>
          <a:chOff x="0" y="0"/>
          <a:chExt cx="0" cy="0"/>
        </a:xfrm>
      </p:grpSpPr>
      <p:sp>
        <p:nvSpPr>
          <p:cNvPr id="4" name="CoverBase">
            <a:extLst>
              <a:ext uri="{FF2B5EF4-FFF2-40B4-BE49-F238E27FC236}">
                <a16:creationId xmlns:a16="http://schemas.microsoft.com/office/drawing/2014/main" id="{2E3E8448-1635-E5AE-64C7-290632DA7F74}"/>
              </a:ext>
            </a:extLst>
          </p:cNvPr>
          <p:cNvSpPr/>
          <p:nvPr userDrawn="1"/>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5" name="CoverPanel">
            <a:extLst>
              <a:ext uri="{FF2B5EF4-FFF2-40B4-BE49-F238E27FC236}">
                <a16:creationId xmlns:a16="http://schemas.microsoft.com/office/drawing/2014/main" id="{CA1B49E0-8DFB-7247-F999-9AF986E4D403}"/>
              </a:ext>
            </a:extLst>
          </p:cNvPr>
          <p:cNvSpPr/>
          <p:nvPr userDrawn="1"/>
        </p:nvSpPr>
        <p:spPr>
          <a:xfrm>
            <a:off x="0" y="0"/>
            <a:ext cx="3810000" cy="6858000"/>
          </a:xfrm>
          <a:prstGeom prst="rect">
            <a:avLst/>
          </a:prstGeom>
          <a:solidFill>
            <a:srgbClr val="008C7F"/>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6" name="CoverBand">
            <a:extLst>
              <a:ext uri="{FF2B5EF4-FFF2-40B4-BE49-F238E27FC236}">
                <a16:creationId xmlns:a16="http://schemas.microsoft.com/office/drawing/2014/main" id="{9F55ED3E-A3DB-74C8-D241-D8DF4FCCEC9D}"/>
              </a:ext>
            </a:extLst>
          </p:cNvPr>
          <p:cNvSpPr/>
          <p:nvPr userDrawn="1"/>
        </p:nvSpPr>
        <p:spPr>
          <a:xfrm>
            <a:off x="3810000" y="0"/>
            <a:ext cx="457200" cy="6858000"/>
          </a:xfrm>
          <a:prstGeom prst="rect">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7" name="CoverOrbLarge">
            <a:extLst>
              <a:ext uri="{FF2B5EF4-FFF2-40B4-BE49-F238E27FC236}">
                <a16:creationId xmlns:a16="http://schemas.microsoft.com/office/drawing/2014/main" id="{493EF373-B76C-7750-EF75-0C2E2657D382}"/>
              </a:ext>
            </a:extLst>
          </p:cNvPr>
          <p:cNvSpPr/>
          <p:nvPr userDrawn="1"/>
        </p:nvSpPr>
        <p:spPr>
          <a:xfrm>
            <a:off x="8763000" y="4064000"/>
            <a:ext cx="2794000" cy="2794000"/>
          </a:xfrm>
          <a:prstGeom prst="ellipse">
            <a:avLst/>
          </a:prstGeom>
          <a:solidFill>
            <a:srgbClr val="287A4F">
              <a:alpha val="92000"/>
            </a:srgbClr>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8" name="CoverAzureLabel">
            <a:extLst>
              <a:ext uri="{FF2B5EF4-FFF2-40B4-BE49-F238E27FC236}">
                <a16:creationId xmlns:a16="http://schemas.microsoft.com/office/drawing/2014/main" id="{523CD866-ED91-2996-32B8-F46965C72C59}"/>
              </a:ext>
            </a:extLst>
          </p:cNvPr>
          <p:cNvSpPr txBox="1"/>
          <p:nvPr userDrawn="1"/>
        </p:nvSpPr>
        <p:spPr>
          <a:xfrm>
            <a:off x="558800" y="1524000"/>
            <a:ext cx="3048000" cy="276999"/>
          </a:xfrm>
          <a:prstGeom prst="rect">
            <a:avLst/>
          </a:prstGeom>
          <a:noFill/>
        </p:spPr>
        <p:txBody>
          <a:bodyPr vert="horz" lIns="0" tIns="0" rIns="0" bIns="0" rtlCol="0">
            <a:spAutoFit/>
          </a:bodyPr>
          <a:lstStyle/>
          <a:p>
            <a:pPr algn="l"/>
            <a:r>
              <a:rPr kumimoji="1" lang="en-US" altLang="ja-JP" sz="1800" b="0">
                <a:solidFill>
                  <a:srgbClr val="FFFFFF"/>
                </a:solidFill>
                <a:latin typeface="Segoe UI" panose="020B0502040204020203" pitchFamily="34" charset="0"/>
                <a:ea typeface="BIZ UDPゴシック" panose="020B0400000000000000" pitchFamily="50" charset="-128"/>
                <a:cs typeface="Segoe UI" panose="020B0502040204020203" pitchFamily="34" charset="0"/>
              </a:rPr>
              <a:t>Microsoft Azure</a:t>
            </a:r>
            <a:endParaRPr kumimoji="1" lang="ja-JP" altLang="en-US" sz="1800" b="0">
              <a:solidFill>
                <a:srgbClr val="FFFFFF"/>
              </a:solidFill>
              <a:latin typeface="Segoe UI" panose="020B0502040204020203" pitchFamily="34" charset="0"/>
              <a:ea typeface="BIZ UDPゴシック" panose="020B0400000000000000" pitchFamily="50" charset="-128"/>
              <a:cs typeface="Segoe UI" panose="020B0502040204020203" pitchFamily="34" charset="0"/>
            </a:endParaRPr>
          </a:p>
        </p:txBody>
      </p:sp>
      <p:sp>
        <p:nvSpPr>
          <p:cNvPr id="9" name="CoverBadge">
            <a:extLst>
              <a:ext uri="{FF2B5EF4-FFF2-40B4-BE49-F238E27FC236}">
                <a16:creationId xmlns:a16="http://schemas.microsoft.com/office/drawing/2014/main" id="{94A50F8B-F436-8818-7C39-FF888B6DFF95}"/>
              </a:ext>
            </a:extLst>
          </p:cNvPr>
          <p:cNvSpPr txBox="1"/>
          <p:nvPr userDrawn="1"/>
        </p:nvSpPr>
        <p:spPr>
          <a:xfrm>
            <a:off x="584200" y="5130800"/>
            <a:ext cx="2921000" cy="246221"/>
          </a:xfrm>
          <a:prstGeom prst="rect">
            <a:avLst/>
          </a:prstGeom>
          <a:noFill/>
        </p:spPr>
        <p:txBody>
          <a:bodyPr vert="horz" lIns="0" tIns="0" rIns="0" bIns="0" rtlCol="0">
            <a:spAutoFit/>
          </a:bodyPr>
          <a:lstStyle/>
          <a:p>
            <a:pPr algn="l"/>
            <a:r>
              <a:rPr kumimoji="1" lang="en-US" altLang="ja-JP" sz="1600" b="1">
                <a:solidFill>
                  <a:srgbClr val="FFFFFF"/>
                </a:solidFill>
                <a:latin typeface="Segoe UI" panose="020B0502040204020203" pitchFamily="34" charset="0"/>
                <a:ea typeface="BIZ UDPゴシック" panose="020B0400000000000000" pitchFamily="50" charset="-128"/>
                <a:cs typeface="Segoe UI" panose="020B0502040204020203" pitchFamily="34" charset="0"/>
              </a:rPr>
              <a:t>Cloud Update Briefing</a:t>
            </a:r>
            <a:endParaRPr kumimoji="1" lang="ja-JP" altLang="en-US" sz="1600" b="1">
              <a:solidFill>
                <a:srgbClr val="FFFFFF"/>
              </a:solidFill>
              <a:latin typeface="Segoe UI" panose="020B0502040204020203" pitchFamily="34" charset="0"/>
              <a:ea typeface="BIZ UDPゴシック" panose="020B0400000000000000" pitchFamily="50" charset="-128"/>
              <a:cs typeface="Segoe UI" panose="020B0502040204020203" pitchFamily="34" charset="0"/>
            </a:endParaRPr>
          </a:p>
        </p:txBody>
      </p:sp>
      <p:sp>
        <p:nvSpPr>
          <p:cNvPr id="10" name="CoverRule">
            <a:extLst>
              <a:ext uri="{FF2B5EF4-FFF2-40B4-BE49-F238E27FC236}">
                <a16:creationId xmlns:a16="http://schemas.microsoft.com/office/drawing/2014/main" id="{24C7057B-690A-DF23-4238-74C63CD85BC7}"/>
              </a:ext>
            </a:extLst>
          </p:cNvPr>
          <p:cNvSpPr/>
          <p:nvPr userDrawn="1"/>
        </p:nvSpPr>
        <p:spPr>
          <a:xfrm>
            <a:off x="5080000" y="4216400"/>
            <a:ext cx="1219200" cy="88900"/>
          </a:xfrm>
          <a:prstGeom prst="rect">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11" name="Title 1">
            <a:extLst>
              <a:ext uri="{FF2B5EF4-FFF2-40B4-BE49-F238E27FC236}">
                <a16:creationId xmlns:a16="http://schemas.microsoft.com/office/drawing/2014/main" id="{D050CF8A-7442-875C-FB6D-0107A9ECA081}"/>
              </a:ext>
            </a:extLst>
          </p:cNvPr>
          <p:cNvSpPr>
            <a:spLocks noGrp="1"/>
          </p:cNvSpPr>
          <p:nvPr>
            <p:ph type="title" idx="11" hasCustomPrompt="1"/>
          </p:nvPr>
        </p:nvSpPr>
        <p:spPr>
          <a:xfrm>
            <a:off x="5080000" y="2095500"/>
            <a:ext cx="6604000" cy="1905000"/>
          </a:xfrm>
        </p:spPr>
        <p:txBody>
          <a:bodyPr lIns="0" tIns="0" rIns="0" bIns="0"/>
          <a:lstStyle>
            <a:lvl1pPr algn="l">
              <a:defRPr sz="3400" b="0">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r>
              <a:rPr kumimoji="1" lang="en-US" altLang="ja-JP"/>
              <a:t>Azure New Topics</a:t>
            </a:r>
            <a:br>
              <a:rPr kumimoji="1" lang="en-US" altLang="ja-JP"/>
            </a:br>
            <a:r>
              <a:rPr kumimoji="1" lang="en-US" altLang="ja-JP"/>
              <a:t>Weekly Update</a:t>
            </a:r>
            <a:endParaRPr kumimoji="1" lang="ja-JP" altLang="en-US"/>
          </a:p>
        </p:txBody>
      </p:sp>
      <p:sp>
        <p:nvSpPr>
          <p:cNvPr id="12" name="SubtitlePlaceholder">
            <a:extLst>
              <a:ext uri="{FF2B5EF4-FFF2-40B4-BE49-F238E27FC236}">
                <a16:creationId xmlns:a16="http://schemas.microsoft.com/office/drawing/2014/main" id="{37948EA6-D438-600E-2123-5ED5CB2B5ADC}"/>
              </a:ext>
            </a:extLst>
          </p:cNvPr>
          <p:cNvSpPr>
            <a:spLocks noGrp="1"/>
          </p:cNvSpPr>
          <p:nvPr>
            <p:ph type="body" sz="quarter" idx="12" hasCustomPrompt="1"/>
          </p:nvPr>
        </p:nvSpPr>
        <p:spPr>
          <a:xfrm>
            <a:off x="5080000" y="4470400"/>
            <a:ext cx="6477000" cy="1397000"/>
          </a:xfrm>
          <a:prstGeom prst="rect">
            <a:avLst/>
          </a:prstGeom>
        </p:spPr>
        <p:txBody>
          <a:bodyPr lIns="0" tIns="0" rIns="0" bIns="0"/>
          <a:lstStyle>
            <a:lvl1pPr algn="l">
              <a:defRPr sz="2000" b="0">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{{CUSTOMER}} </a:t>
            </a:r>
            <a:r>
              <a:rPr kumimoji="1" lang="ja-JP" altLang="en-US"/>
              <a:t>御中</a:t>
            </a:r>
          </a:p>
          <a:p>
            <a:pPr lvl="0"/>
            <a:r>
              <a:rPr kumimoji="1" lang="en-US" altLang="ja-JP"/>
              <a:t>{{SYSTEM}}</a:t>
            </a:r>
            <a:r>
              <a:rPr kumimoji="1" lang="ja-JP" altLang="en-US"/>
              <a:t>向け</a:t>
            </a:r>
          </a:p>
          <a:p>
            <a:pPr lvl="0"/>
            <a:r>
              <a:rPr kumimoji="1" lang="en-US" altLang="ja-JP"/>
              <a:t>Azure </a:t>
            </a:r>
            <a:r>
              <a:rPr kumimoji="1" lang="ja-JP" altLang="en-US"/>
              <a:t>アップデート情報</a:t>
            </a:r>
          </a:p>
        </p:txBody>
      </p:sp>
      <p:sp>
        <p:nvSpPr>
          <p:cNvPr id="13" name="CoverDatePlaceholder">
            <a:extLst>
              <a:ext uri="{FF2B5EF4-FFF2-40B4-BE49-F238E27FC236}">
                <a16:creationId xmlns:a16="http://schemas.microsoft.com/office/drawing/2014/main" id="{72907BF5-5B9A-9EE5-3A12-4193A846BBF1}"/>
              </a:ext>
            </a:extLst>
          </p:cNvPr>
          <p:cNvSpPr>
            <a:spLocks noGrp="1"/>
          </p:cNvSpPr>
          <p:nvPr>
            <p:ph type="body" sz="quarter" idx="13" hasCustomPrompt="1"/>
          </p:nvPr>
        </p:nvSpPr>
        <p:spPr>
          <a:xfrm>
            <a:off x="584200" y="5816600"/>
            <a:ext cx="3429000" cy="381000"/>
          </a:xfrm>
          <a:prstGeom prst="rect">
            <a:avLst/>
          </a:prstGeom>
        </p:spPr>
        <p:txBody>
          <a:bodyPr lIns="0" tIns="0" rIns="0" bIns="0"/>
          <a:lstStyle>
            <a:lvl1pPr algn="l">
              <a:defRPr sz="1600" b="0">
                <a:solidFill>
                  <a:srgbClr val="FFFFFF"/>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{{DATE}}</a:t>
            </a:r>
            <a:endParaRPr kumimoji="1" lang="ja-JP" altLang="en-US"/>
          </a:p>
        </p:txBody>
      </p:sp>
      <p:sp>
        <p:nvSpPr>
          <p:cNvPr id="14" name="CoverSpeakerPlaceholder">
            <a:extLst>
              <a:ext uri="{FF2B5EF4-FFF2-40B4-BE49-F238E27FC236}">
                <a16:creationId xmlns:a16="http://schemas.microsoft.com/office/drawing/2014/main" id="{3901AEB7-3D49-A6EA-0D1D-3A69B56F60F3}"/>
              </a:ext>
            </a:extLst>
          </p:cNvPr>
          <p:cNvSpPr>
            <a:spLocks noGrp="1"/>
          </p:cNvSpPr>
          <p:nvPr>
            <p:ph type="body" sz="quarter" idx="14" hasCustomPrompt="1"/>
          </p:nvPr>
        </p:nvSpPr>
        <p:spPr>
          <a:xfrm>
            <a:off x="5080000" y="6286500"/>
            <a:ext cx="6477000" cy="330200"/>
          </a:xfrm>
          <a:prstGeom prst="rect">
            <a:avLst/>
          </a:prstGeom>
        </p:spPr>
        <p:txBody>
          <a:bodyPr lIns="0" tIns="0" rIns="0" bIns="0"/>
          <a:lstStyle>
            <a:lvl1pPr algn="l">
              <a:defRPr sz="1300" b="0">
                <a:solidFill>
                  <a:srgbClr val="666666"/>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en-US" altLang="ja-JP"/>
              <a:t>{{SPEAKER}}</a:t>
            </a:r>
            <a:endParaRPr kumimoji="1" lang="ja-JP" altLang="en-US"/>
          </a:p>
        </p:txBody>
      </p:sp>
    </p:spTree>
    <p:extLst>
      <p:ext uri="{BB962C8B-B14F-4D97-AF65-F5344CB8AC3E}">
        <p14:creationId xmlns:p14="http://schemas.microsoft.com/office/powerpoint/2010/main" val="2940214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zure Update Ending - Azure Blue">
    <p:spTree>
      <p:nvGrpSpPr>
        <p:cNvPr id="1" name=""/>
        <p:cNvGrpSpPr/>
        <p:nvPr/>
      </p:nvGrpSpPr>
      <p:grpSpPr>
        <a:xfrm>
          <a:off x="0" y="0"/>
          <a:ext cx="0" cy="0"/>
          <a:chOff x="0" y="0"/>
          <a:chExt cx="0" cy="0"/>
        </a:xfrm>
      </p:grpSpPr>
      <p:sp>
        <p:nvSpPr>
          <p:cNvPr id="2" name="EndingBase"/>
          <p:cNvSpPr/>
          <p:nvPr userDrawn="1"/>
        </p:nvSpPr>
        <p:spPr>
          <a:xfrm>
            <a:off x="0" y="0"/>
            <a:ext cx="12192000" cy="6858000"/>
          </a:xfrm>
          <a:prstGeom prst="rect">
            <a:avLst/>
          </a:prstGeom>
          <a:solidFill>
            <a:srgbClr val="FFFFFF"/>
          </a:solidFill>
          <a:ln>
            <a:noFill/>
          </a:ln>
        </p:spPr>
        <p:txBody>
          <a:bodyPr/>
          <a:lstStyle/>
          <a:p>
            <a:endParaRPr lang="ja-JP"/>
          </a:p>
        </p:txBody>
      </p:sp>
      <p:sp>
        <p:nvSpPr>
          <p:cNvPr id="3" name="EndingHeader"/>
          <p:cNvSpPr/>
          <p:nvPr userDrawn="1"/>
        </p:nvSpPr>
        <p:spPr>
          <a:xfrm>
            <a:off x="0" y="0"/>
            <a:ext cx="12192000" cy="1200000"/>
          </a:xfrm>
          <a:prstGeom prst="rect">
            <a:avLst/>
          </a:prstGeom>
          <a:solidFill>
            <a:srgbClr val="0078D4"/>
          </a:solidFill>
          <a:ln>
            <a:noFill/>
          </a:ln>
        </p:spPr>
        <p:txBody>
          <a:bodyPr wrap="square" lIns="0" tIns="0" rIns="0" bIns="0" anchor="ctr"/>
          <a:lstStyle/>
          <a:p>
            <a:pPr algn="l">
              <a:defRPr/>
            </a:pPr>
            <a:r>
              <a:rPr lang="en-US" sz="2000" b="1" kern="1200">
                <a:solidFill>
                  <a:srgbClr val="FFFFFF"/>
                </a:solidFill>
                <a:latin typeface="Segoe UI Semibold"/>
                <a:ea typeface="BIZ UDPゴシック"/>
                <a:cs typeface="Segoe UI Semibold"/>
              </a:rPr>
              <a:t>    Microsoft Azure</a:t>
            </a:r>
            <a:endParaRPr lang="ja-JP" sz="2000"/>
          </a:p>
        </p:txBody>
      </p:sp>
      <p:sp>
        <p:nvSpPr>
          <p:cNvPr id="4" name="EndingAccentBand"/>
          <p:cNvSpPr/>
          <p:nvPr userDrawn="1"/>
        </p:nvSpPr>
        <p:spPr>
          <a:xfrm>
            <a:off x="0" y="1200000"/>
            <a:ext cx="12192000" cy="90000"/>
          </a:xfrm>
          <a:prstGeom prst="rect">
            <a:avLst/>
          </a:prstGeom>
          <a:solidFill>
            <a:srgbClr val="00B0F0"/>
          </a:solidFill>
          <a:ln>
            <a:noFill/>
          </a:ln>
        </p:spPr>
        <p:txBody>
          <a:bodyPr/>
          <a:lstStyle/>
          <a:p>
            <a:endParaRPr lang="ja-JP"/>
          </a:p>
        </p:txBody>
      </p:sp>
      <p:sp>
        <p:nvSpPr>
          <p:cNvPr id="5" name="EndingClosingHeadline"/>
          <p:cNvSpPr txBox="1"/>
          <p:nvPr userDrawn="1"/>
        </p:nvSpPr>
        <p:spPr>
          <a:xfrm>
            <a:off x="0" y="2200000"/>
            <a:ext cx="12192000" cy="1400000"/>
          </a:xfrm>
          <a:prstGeom prst="rect">
            <a:avLst/>
          </a:prstGeom>
          <a:noFill/>
          <a:ln>
            <a:noFill/>
          </a:ln>
        </p:spPr>
        <p:txBody>
          <a:bodyPr wrap="square" lIns="0" tIns="0" rIns="0" bIns="0" anchor="ctr" anchorCtr="0"/>
          <a:lstStyle/>
          <a:p>
            <a:pPr algn="ctr"/>
            <a:r>
              <a:rPr lang="en-US" sz="5400" b="1" kern="1200" spc="200">
                <a:solidFill>
                  <a:srgbClr val="0078D4"/>
                </a:solidFill>
                <a:latin typeface="Segoe UI Semibold"/>
                <a:ea typeface="BIZ UDPゴシック"/>
                <a:cs typeface="Segoe UI Semibold"/>
              </a:rPr>
              <a:t>AZURE UPDATE </a:t>
            </a:r>
            <a:r>
              <a:rPr lang="ja-JP" altLang="en-US" sz="5400" b="1" kern="1200" spc="200">
                <a:solidFill>
                  <a:srgbClr val="0078D4"/>
                </a:solidFill>
                <a:latin typeface="Segoe UI Semibold"/>
                <a:ea typeface="BIZ UDPゴシック"/>
                <a:cs typeface="Segoe UI Semibold"/>
              </a:rPr>
              <a:t>情報 </a:t>
            </a:r>
            <a:r>
              <a:rPr lang="en-US" sz="5400" b="1" kern="1200" spc="200">
                <a:solidFill>
                  <a:srgbClr val="00B0F0"/>
                </a:solidFill>
                <a:latin typeface="Segoe UI Semibold"/>
                <a:ea typeface="BIZ UDPゴシック"/>
                <a:cs typeface="Segoe UI Semibold"/>
              </a:rPr>
              <a:t>END</a:t>
            </a:r>
            <a:endParaRPr lang="ja-JP" sz="5400" b="1"/>
          </a:p>
        </p:txBody>
      </p:sp>
      <p:sp>
        <p:nvSpPr>
          <p:cNvPr id="6" name="EndingInfoPanel"/>
          <p:cNvSpPr/>
          <p:nvPr userDrawn="1"/>
        </p:nvSpPr>
        <p:spPr>
          <a:xfrm>
            <a:off x="900000" y="4800000"/>
            <a:ext cx="10392000" cy="900000"/>
          </a:xfrm>
          <a:prstGeom prst="rect">
            <a:avLst/>
          </a:prstGeom>
          <a:solidFill>
            <a:srgbClr val="005EB8"/>
          </a:solidFill>
          <a:ln>
            <a:noFill/>
          </a:ln>
        </p:spPr>
        <p:txBody>
          <a:bodyPr/>
          <a:lstStyle/>
          <a:p>
            <a:endParaRPr lang="ja-JP"/>
          </a:p>
        </p:txBody>
      </p:sp>
      <p:sp>
        <p:nvSpPr>
          <p:cNvPr id="7" name="EndingKeyMessagePlaceholder"/>
          <p:cNvSpPr>
            <a:spLocks noGrp="1"/>
          </p:cNvSpPr>
          <p:nvPr>
            <p:ph type="body" sz="quarter" idx="10"/>
          </p:nvPr>
        </p:nvSpPr>
        <p:spPr>
          <a:xfrm>
            <a:off x="1080000" y="4800000"/>
            <a:ext cx="10032000" cy="900000"/>
          </a:xfrm>
          <a:prstGeom prst="rect">
            <a:avLst/>
          </a:prstGeom>
        </p:spPr>
        <p:txBody>
          <a:bodyPr wrap="square" lIns="180000" tIns="90000" rIns="180000" bIns="90000" anchor="ctr" anchorCtr="0"/>
          <a:lstStyle>
            <a:lvl1pPr marL="0" indent="0">
              <a:buNone/>
              <a:defRPr sz="2000" b="1">
                <a:solidFill>
                  <a:srgbClr val="FFFFFF"/>
                </a:solidFill>
                <a:latin typeface="Segoe UI Semibold"/>
                <a:ea typeface="BIZ UDPゴシック"/>
              </a:defRPr>
            </a:lvl1pPr>
          </a:lstStyle>
          <a:p>
            <a:pPr marL="0" indent="0" algn="l">
              <a:buNone/>
            </a:pPr>
            <a:endParaRPr lang="ja-JP"/>
          </a:p>
        </p:txBody>
      </p:sp>
      <p:sp>
        <p:nvSpPr>
          <p:cNvPr id="8" name="EndingReferencePlaceholder"/>
          <p:cNvSpPr>
            <a:spLocks noGrp="1"/>
          </p:cNvSpPr>
          <p:nvPr>
            <p:ph type="body" sz="quarter" idx="11"/>
          </p:nvPr>
        </p:nvSpPr>
        <p:spPr>
          <a:xfrm>
            <a:off x="900000" y="3800000"/>
            <a:ext cx="10392000" cy="900000"/>
          </a:xfrm>
          <a:prstGeom prst="rect">
            <a:avLst/>
          </a:prstGeom>
        </p:spPr>
        <p:txBody>
          <a:bodyPr wrap="square" anchor="ctr" anchorCtr="0"/>
          <a:lstStyle>
            <a:lvl1pPr marL="0" indent="0">
              <a:buNone/>
              <a:defRPr sz="1400">
                <a:solidFill>
                  <a:srgbClr val="6E6E6E"/>
                </a:solidFill>
                <a:latin typeface="Segoe UI"/>
                <a:ea typeface="BIZ UDPゴシック"/>
              </a:defRPr>
            </a:lvl1pPr>
          </a:lstStyle>
          <a:p>
            <a:pPr marL="0" indent="0" algn="ctr">
              <a:buNone/>
            </a:pPr>
            <a:endParaRPr lang="ja-JP"/>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zure Update Ending - Azure Blue">
    <p:spTree>
      <p:nvGrpSpPr>
        <p:cNvPr id="1" name=""/>
        <p:cNvGrpSpPr/>
        <p:nvPr/>
      </p:nvGrpSpPr>
      <p:grpSpPr>
        <a:xfrm>
          <a:off x="0" y="0"/>
          <a:ext cx="0" cy="0"/>
          <a:chOff x="0" y="0"/>
          <a:chExt cx="0" cy="0"/>
        </a:xfrm>
      </p:grpSpPr>
      <p:sp>
        <p:nvSpPr>
          <p:cNvPr id="2" name="EndingBase"/>
          <p:cNvSpPr/>
          <p:nvPr userDrawn="1"/>
        </p:nvSpPr>
        <p:spPr>
          <a:xfrm>
            <a:off x="0" y="0"/>
            <a:ext cx="12192000" cy="6858000"/>
          </a:xfrm>
          <a:prstGeom prst="rect">
            <a:avLst/>
          </a:prstGeom>
          <a:solidFill>
            <a:srgbClr val="FFFFFF"/>
          </a:solidFill>
          <a:ln>
            <a:noFill/>
          </a:ln>
        </p:spPr>
        <p:txBody>
          <a:bodyPr/>
          <a:lstStyle/>
          <a:p>
            <a:endParaRPr lang="ja-JP"/>
          </a:p>
        </p:txBody>
      </p:sp>
      <p:sp>
        <p:nvSpPr>
          <p:cNvPr id="3" name="EndingHeader"/>
          <p:cNvSpPr/>
          <p:nvPr userDrawn="1"/>
        </p:nvSpPr>
        <p:spPr>
          <a:xfrm>
            <a:off x="0" y="0"/>
            <a:ext cx="12192000" cy="1200000"/>
          </a:xfrm>
          <a:prstGeom prst="rect">
            <a:avLst/>
          </a:prstGeom>
          <a:solidFill>
            <a:srgbClr val="0078D4"/>
          </a:solidFill>
          <a:ln>
            <a:noFill/>
          </a:ln>
        </p:spPr>
        <p:txBody>
          <a:bodyPr wrap="square" lIns="0" tIns="0" rIns="0" bIns="0" anchor="ctr"/>
          <a:lstStyle/>
          <a:p>
            <a:pPr algn="l">
              <a:defRPr/>
            </a:pPr>
            <a:r>
              <a:rPr lang="en-US" sz="2000" b="1" kern="1200">
                <a:solidFill>
                  <a:srgbClr val="FFFFFF"/>
                </a:solidFill>
                <a:latin typeface="Segoe UI Semibold"/>
                <a:ea typeface="BIZ UDPゴシック"/>
                <a:cs typeface="Segoe UI Semibold"/>
              </a:rPr>
              <a:t>    Microsoft Azure</a:t>
            </a:r>
            <a:endParaRPr lang="ja-JP" sz="2000"/>
          </a:p>
        </p:txBody>
      </p:sp>
      <p:sp>
        <p:nvSpPr>
          <p:cNvPr id="4" name="EndingAccentBand"/>
          <p:cNvSpPr/>
          <p:nvPr userDrawn="1"/>
        </p:nvSpPr>
        <p:spPr>
          <a:xfrm>
            <a:off x="0" y="1200000"/>
            <a:ext cx="12192000" cy="90000"/>
          </a:xfrm>
          <a:prstGeom prst="rect">
            <a:avLst/>
          </a:prstGeom>
          <a:solidFill>
            <a:srgbClr val="00B0F0"/>
          </a:solidFill>
          <a:ln>
            <a:noFill/>
          </a:ln>
        </p:spPr>
        <p:txBody>
          <a:bodyPr/>
          <a:lstStyle/>
          <a:p>
            <a:endParaRPr lang="ja-JP"/>
          </a:p>
        </p:txBody>
      </p:sp>
      <p:sp>
        <p:nvSpPr>
          <p:cNvPr id="5" name="EndingClosingHeadline"/>
          <p:cNvSpPr txBox="1"/>
          <p:nvPr userDrawn="1"/>
        </p:nvSpPr>
        <p:spPr>
          <a:xfrm>
            <a:off x="0" y="2200000"/>
            <a:ext cx="12192000" cy="1400000"/>
          </a:xfrm>
          <a:prstGeom prst="rect">
            <a:avLst/>
          </a:prstGeom>
          <a:noFill/>
          <a:ln>
            <a:noFill/>
          </a:ln>
        </p:spPr>
        <p:txBody>
          <a:bodyPr wrap="square" lIns="0" tIns="0" rIns="0" bIns="0" anchor="ctr" anchorCtr="0"/>
          <a:lstStyle/>
          <a:p>
            <a:pPr algn="ctr"/>
            <a:r>
              <a:rPr lang="en-US" sz="5400" b="1" kern="1200" spc="200">
                <a:solidFill>
                  <a:srgbClr val="0078D4"/>
                </a:solidFill>
                <a:latin typeface="Segoe UI Semibold"/>
                <a:ea typeface="BIZ UDPゴシック"/>
                <a:cs typeface="Segoe UI Semibold"/>
              </a:rPr>
              <a:t>AZURE UPDATE </a:t>
            </a:r>
            <a:r>
              <a:rPr lang="ja-JP" altLang="en-US" sz="5400" b="1" kern="1200" spc="200">
                <a:solidFill>
                  <a:srgbClr val="0078D4"/>
                </a:solidFill>
                <a:latin typeface="Segoe UI Semibold"/>
                <a:ea typeface="BIZ UDPゴシック"/>
                <a:cs typeface="Segoe UI Semibold"/>
              </a:rPr>
              <a:t>情報 </a:t>
            </a:r>
            <a:r>
              <a:rPr lang="en-US" sz="5400" b="1" kern="1200" spc="200">
                <a:solidFill>
                  <a:srgbClr val="00B0F0"/>
                </a:solidFill>
                <a:latin typeface="Segoe UI Semibold"/>
                <a:ea typeface="BIZ UDPゴシック"/>
                <a:cs typeface="Segoe UI Semibold"/>
              </a:rPr>
              <a:t>END</a:t>
            </a:r>
            <a:endParaRPr lang="ja-JP" sz="5400" b="1"/>
          </a:p>
        </p:txBody>
      </p:sp>
      <p:sp>
        <p:nvSpPr>
          <p:cNvPr id="6" name="EndingInfoPanel"/>
          <p:cNvSpPr/>
          <p:nvPr userDrawn="1"/>
        </p:nvSpPr>
        <p:spPr>
          <a:xfrm>
            <a:off x="900000" y="4800000"/>
            <a:ext cx="10392000" cy="900000"/>
          </a:xfrm>
          <a:prstGeom prst="rect">
            <a:avLst/>
          </a:prstGeom>
          <a:solidFill>
            <a:srgbClr val="005EB8"/>
          </a:solidFill>
          <a:ln>
            <a:noFill/>
          </a:ln>
        </p:spPr>
        <p:txBody>
          <a:bodyPr/>
          <a:lstStyle/>
          <a:p>
            <a:endParaRPr lang="ja-JP"/>
          </a:p>
        </p:txBody>
      </p:sp>
      <p:sp>
        <p:nvSpPr>
          <p:cNvPr id="7" name="EndingKeyMessagePlaceholder"/>
          <p:cNvSpPr>
            <a:spLocks noGrp="1"/>
          </p:cNvSpPr>
          <p:nvPr>
            <p:ph type="body" sz="quarter" idx="10"/>
          </p:nvPr>
        </p:nvSpPr>
        <p:spPr>
          <a:xfrm>
            <a:off x="1080000" y="4800000"/>
            <a:ext cx="10032000" cy="900000"/>
          </a:xfrm>
          <a:prstGeom prst="rect">
            <a:avLst/>
          </a:prstGeom>
        </p:spPr>
        <p:txBody>
          <a:bodyPr wrap="square" lIns="180000" tIns="90000" rIns="180000" bIns="90000" anchor="ctr" anchorCtr="0"/>
          <a:lstStyle>
            <a:lvl1pPr marL="0" indent="0">
              <a:buNone/>
              <a:defRPr sz="2000" b="1">
                <a:solidFill>
                  <a:srgbClr val="FFFFFF"/>
                </a:solidFill>
                <a:latin typeface="Segoe UI Semibold"/>
                <a:ea typeface="BIZ UDPゴシック"/>
              </a:defRPr>
            </a:lvl1pPr>
          </a:lstStyle>
          <a:p>
            <a:pPr marL="0" indent="0" algn="l">
              <a:buNone/>
            </a:pPr>
            <a:endParaRPr lang="ja-JP"/>
          </a:p>
        </p:txBody>
      </p:sp>
      <p:sp>
        <p:nvSpPr>
          <p:cNvPr id="8" name="EndingReferencePlaceholder"/>
          <p:cNvSpPr>
            <a:spLocks noGrp="1"/>
          </p:cNvSpPr>
          <p:nvPr>
            <p:ph type="body" sz="quarter" idx="11"/>
          </p:nvPr>
        </p:nvSpPr>
        <p:spPr>
          <a:xfrm>
            <a:off x="900000" y="3800000"/>
            <a:ext cx="10392000" cy="900000"/>
          </a:xfrm>
          <a:prstGeom prst="rect">
            <a:avLst/>
          </a:prstGeom>
        </p:spPr>
        <p:txBody>
          <a:bodyPr wrap="square" anchor="ctr" anchorCtr="0"/>
          <a:lstStyle>
            <a:lvl1pPr marL="0" indent="0">
              <a:buNone/>
              <a:defRPr sz="1400">
                <a:solidFill>
                  <a:srgbClr val="6E6E6E"/>
                </a:solidFill>
                <a:latin typeface="Segoe UI"/>
                <a:ea typeface="BIZ UDPゴシック"/>
              </a:defRPr>
            </a:lvl1pPr>
          </a:lstStyle>
          <a:p>
            <a:pPr marL="0" indent="0" algn="ctr">
              <a:buNone/>
            </a:pPr>
            <a:endParaRPr lang="ja-JP"/>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zure Update Body">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0"/>
          </p:nvPr>
        </p:nvSpPr>
        <p:spPr/>
        <p:txBody>
          <a:bodyPr/>
          <a:lstStyle>
            <a:lvl1pPr>
              <a:defRPr>
                <a:latin typeface="Segoe UI" panose="020B0502040204020203" pitchFamily="34" charset="0"/>
                <a:ea typeface="BIZ UDPゴシック" panose="020B0400000000000000" pitchFamily="50" charset="-128"/>
                <a:cs typeface="Segoe UI" panose="020B0502040204020203" pitchFamily="34" charset="0"/>
              </a:defRPr>
            </a:lvl1pPr>
          </a:lstStyle>
          <a:p>
            <a:pPr>
              <a:defRPr/>
            </a:pPr>
            <a:fld id="{057595E4-A9A2-4DBB-9DF9-29E61EE6FF4B}" type="slidenum">
              <a:rPr kumimoji="0" lang="en-US" smtClean="0">
                <a:solidFill>
                  <a:prstClr val="black">
                    <a:tint val="75000"/>
                  </a:prstClr>
                </a:solidFill>
              </a:rPr>
              <a:pPr>
                <a:defRPr/>
              </a:pPr>
              <a:t>‹#›</a:t>
            </a:fld>
            <a:endParaRPr kumimoji="0" lang="en-US">
              <a:solidFill>
                <a:prstClr val="black">
                  <a:tint val="75000"/>
                </a:prstClr>
              </a:solidFill>
            </a:endParaRPr>
          </a:p>
        </p:txBody>
      </p:sp>
      <p:sp>
        <p:nvSpPr>
          <p:cNvPr id="6" name="BodyAccentBar">
            <a:extLst>
              <a:ext uri="{FF2B5EF4-FFF2-40B4-BE49-F238E27FC236}">
                <a16:creationId xmlns:a16="http://schemas.microsoft.com/office/drawing/2014/main" id="{2D58BF5E-FB48-944D-D326-D8C8A023026E}"/>
              </a:ext>
            </a:extLst>
          </p:cNvPr>
          <p:cNvSpPr/>
          <p:nvPr userDrawn="1"/>
        </p:nvSpPr>
        <p:spPr>
          <a:xfrm>
            <a:off x="0" y="0"/>
            <a:ext cx="127000" cy="6858000"/>
          </a:xfrm>
          <a:prstGeom prst="rect">
            <a:avLst/>
          </a:prstGeom>
          <a:solidFill>
            <a:srgbClr val="2E3C72"/>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7" name="BodyTitleRule">
            <a:extLst>
              <a:ext uri="{FF2B5EF4-FFF2-40B4-BE49-F238E27FC236}">
                <a16:creationId xmlns:a16="http://schemas.microsoft.com/office/drawing/2014/main" id="{382B1EB5-A7CA-88D7-20DD-9007228F87FC}"/>
              </a:ext>
            </a:extLst>
          </p:cNvPr>
          <p:cNvSpPr/>
          <p:nvPr userDrawn="1"/>
        </p:nvSpPr>
        <p:spPr>
          <a:xfrm>
            <a:off x="190500" y="1066800"/>
            <a:ext cx="11811000" cy="25400"/>
          </a:xfrm>
          <a:prstGeom prst="rect">
            <a:avLst/>
          </a:prstGeom>
          <a:solidFill>
            <a:srgbClr val="F5A623"/>
          </a:solidFill>
          <a:ln w="12700" cap="flat" cmpd="sng" algn="ctr">
            <a:noFill/>
            <a:prstDash val="solid"/>
            <a:miter lim="800000"/>
          </a:ln>
          <a:effectLst/>
          <a:extLst>
            <a:ext uri="{91240B29-F687-4F45-9708-019B960494DF}">
              <a14:hiddenLine xmlns:a14="http://schemas.microsoft.com/office/drawing/2010/main" w="12700" cap="flat" cmpd="sng" algn="ctr">
                <a:solidFill>
                  <a:srgbClr val="FFFFFF"/>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BIZ UDPゴシック" panose="020B0400000000000000" pitchFamily="50" charset="-128"/>
              <a:cs typeface="Segoe UI" panose="020B0502040204020203" pitchFamily="34" charset="0"/>
            </a:endParaRPr>
          </a:p>
        </p:txBody>
      </p:sp>
      <p:sp>
        <p:nvSpPr>
          <p:cNvPr id="9" name="Title 1">
            <a:extLst>
              <a:ext uri="{FF2B5EF4-FFF2-40B4-BE49-F238E27FC236}">
                <a16:creationId xmlns:a16="http://schemas.microsoft.com/office/drawing/2014/main" id="{060B65E1-AA93-08AE-6A63-E61A1D417A82}"/>
              </a:ext>
            </a:extLst>
          </p:cNvPr>
          <p:cNvSpPr>
            <a:spLocks noGrp="1"/>
          </p:cNvSpPr>
          <p:nvPr>
            <p:ph type="title" idx="12"/>
          </p:nvPr>
        </p:nvSpPr>
        <p:spPr>
          <a:xfrm>
            <a:off x="190500" y="152400"/>
            <a:ext cx="10541000" cy="952500"/>
          </a:xfrm>
        </p:spPr>
        <p:txBody>
          <a:bodyPr lIns="0" tIns="0" rIns="0" bIns="0"/>
          <a:lstStyle>
            <a:lvl1pPr algn="l">
              <a:defRPr sz="2400" b="1">
                <a:solidFill>
                  <a:srgbClr val="2F2F2F"/>
                </a:solidFill>
                <a:latin typeface="Segoe UI" panose="020B0502040204020203" pitchFamily="34" charset="0"/>
                <a:ea typeface="BIZ UDPゴシック" panose="020B0400000000000000" pitchFamily="50" charset="-128"/>
                <a:cs typeface="Segoe UI" panose="020B0502040204020203" pitchFamily="34" charset="0"/>
              </a:defRPr>
            </a:lvl1pPr>
          </a:lstStyle>
          <a:p>
            <a:r>
              <a:rPr kumimoji="1" lang="ja-JP" altLang="en-US"/>
              <a:t>マスター タイトルの書式設定</a:t>
            </a:r>
          </a:p>
        </p:txBody>
      </p:sp>
      <p:sp>
        <p:nvSpPr>
          <p:cNvPr id="10" name="Content Placeholder 4">
            <a:extLst>
              <a:ext uri="{FF2B5EF4-FFF2-40B4-BE49-F238E27FC236}">
                <a16:creationId xmlns:a16="http://schemas.microsoft.com/office/drawing/2014/main" id="{ADD512BC-66F3-43B2-0D6C-D496D61848A3}"/>
              </a:ext>
            </a:extLst>
          </p:cNvPr>
          <p:cNvSpPr>
            <a:spLocks noGrp="1"/>
          </p:cNvSpPr>
          <p:nvPr>
            <p:ph sz="quarter" idx="13" hasCustomPrompt="1"/>
          </p:nvPr>
        </p:nvSpPr>
        <p:spPr>
          <a:xfrm>
            <a:off x="190500" y="1168400"/>
            <a:ext cx="11811000" cy="5054600"/>
          </a:xfrm>
          <a:prstGeom prst="rect">
            <a:avLst/>
          </a:prstGeom>
        </p:spPr>
        <p:txBody>
          <a:bodyPr lIns="0" tIns="0" rIns="0" bIns="0"/>
          <a:lstStyle>
            <a:lvl1pPr algn="l">
              <a:defRPr sz="1800" b="0">
                <a:solidFill>
                  <a:srgbClr val="333333"/>
                </a:solidFill>
                <a:latin typeface="Segoe UI" panose="020B0502040204020203" pitchFamily="34" charset="0"/>
                <a:ea typeface="BIZ UDPゴシック" panose="020B0400000000000000" pitchFamily="50" charset="-128"/>
                <a:cs typeface="Segoe UI" panose="020B0502040204020203" pitchFamily="34" charset="0"/>
              </a:defRPr>
            </a:lvl1pPr>
          </a:lstStyle>
          <a:p>
            <a:pPr lvl="0"/>
            <a:r>
              <a:rPr kumimoji="1" lang="ja-JP" altLang="en-US"/>
              <a:t>対象 </a:t>
            </a:r>
            <a:r>
              <a:rPr kumimoji="1" lang="en-US" altLang="ja-JP"/>
              <a:t>: </a:t>
            </a:r>
            <a:endParaRPr kumimoji="1" lang="ja-JP" altLang="en-US"/>
          </a:p>
        </p:txBody>
      </p:sp>
    </p:spTree>
    <p:extLst>
      <p:ext uri="{BB962C8B-B14F-4D97-AF65-F5344CB8AC3E}">
        <p14:creationId xmlns:p14="http://schemas.microsoft.com/office/powerpoint/2010/main" val="430014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Azure Update Ending - Indigo Amber">
    <p:spTree>
      <p:nvGrpSpPr>
        <p:cNvPr id="1" name=""/>
        <p:cNvGrpSpPr/>
        <p:nvPr/>
      </p:nvGrpSpPr>
      <p:grpSpPr>
        <a:xfrm>
          <a:off x="0" y="0"/>
          <a:ext cx="0" cy="0"/>
          <a:chOff x="0" y="0"/>
          <a:chExt cx="0" cy="0"/>
        </a:xfrm>
      </p:grpSpPr>
      <p:sp>
        <p:nvSpPr>
          <p:cNvPr id="2" name="EndingBase"/>
          <p:cNvSpPr/>
          <p:nvPr userDrawn="1"/>
        </p:nvSpPr>
        <p:spPr>
          <a:xfrm>
            <a:off x="0" y="0"/>
            <a:ext cx="12192000" cy="6858000"/>
          </a:xfrm>
          <a:prstGeom prst="rect">
            <a:avLst/>
          </a:prstGeom>
          <a:solidFill>
            <a:srgbClr val="FFFFFF"/>
          </a:solidFill>
          <a:ln>
            <a:noFill/>
          </a:ln>
        </p:spPr>
        <p:txBody>
          <a:bodyPr/>
          <a:lstStyle/>
          <a:p>
            <a:endParaRPr lang="ja-JP"/>
          </a:p>
        </p:txBody>
      </p:sp>
      <p:sp>
        <p:nvSpPr>
          <p:cNvPr id="3" name="EndingHeader"/>
          <p:cNvSpPr/>
          <p:nvPr userDrawn="1"/>
        </p:nvSpPr>
        <p:spPr>
          <a:xfrm>
            <a:off x="0" y="0"/>
            <a:ext cx="12192000" cy="1200000"/>
          </a:xfrm>
          <a:prstGeom prst="rect">
            <a:avLst/>
          </a:prstGeom>
          <a:solidFill>
            <a:srgbClr val="2E3C72"/>
          </a:solidFill>
          <a:ln>
            <a:noFill/>
          </a:ln>
        </p:spPr>
        <p:txBody>
          <a:bodyPr wrap="square" lIns="0" tIns="0" rIns="0" bIns="0" anchor="ctr"/>
          <a:lstStyle/>
          <a:p>
            <a:pPr algn="l">
              <a:defRPr/>
            </a:pPr>
            <a:r>
              <a:rPr lang="en-US" sz="2000" b="1" kern="1200">
                <a:solidFill>
                  <a:srgbClr val="FFFFFF"/>
                </a:solidFill>
                <a:latin typeface="Segoe UI Semibold"/>
                <a:ea typeface="BIZ UDPゴシック"/>
                <a:cs typeface="Segoe UI Semibold"/>
              </a:rPr>
              <a:t>    Microsoft Azure</a:t>
            </a:r>
            <a:endParaRPr lang="ja-JP" sz="2000"/>
          </a:p>
        </p:txBody>
      </p:sp>
      <p:sp>
        <p:nvSpPr>
          <p:cNvPr id="4" name="EndingAccentBand"/>
          <p:cNvSpPr/>
          <p:nvPr userDrawn="1"/>
        </p:nvSpPr>
        <p:spPr>
          <a:xfrm>
            <a:off x="0" y="1200000"/>
            <a:ext cx="12192000" cy="90000"/>
          </a:xfrm>
          <a:prstGeom prst="rect">
            <a:avLst/>
          </a:prstGeom>
          <a:solidFill>
            <a:srgbClr val="3B4C8A"/>
          </a:solidFill>
          <a:ln>
            <a:noFill/>
          </a:ln>
        </p:spPr>
        <p:txBody>
          <a:bodyPr/>
          <a:lstStyle/>
          <a:p>
            <a:endParaRPr lang="ja-JP"/>
          </a:p>
        </p:txBody>
      </p:sp>
      <p:sp>
        <p:nvSpPr>
          <p:cNvPr id="5" name="EndingClosingHeadline"/>
          <p:cNvSpPr txBox="1"/>
          <p:nvPr userDrawn="1"/>
        </p:nvSpPr>
        <p:spPr>
          <a:xfrm>
            <a:off x="0" y="2200000"/>
            <a:ext cx="12192000" cy="1400000"/>
          </a:xfrm>
          <a:prstGeom prst="rect">
            <a:avLst/>
          </a:prstGeom>
          <a:noFill/>
          <a:ln>
            <a:noFill/>
          </a:ln>
        </p:spPr>
        <p:txBody>
          <a:bodyPr wrap="square" lIns="0" tIns="0" rIns="0" bIns="0" anchor="ctr" anchorCtr="0"/>
          <a:lstStyle/>
          <a:p>
            <a:pPr algn="ctr"/>
            <a:r>
              <a:rPr lang="en-US" sz="5400" b="1" kern="1200" spc="200">
                <a:solidFill>
                  <a:srgbClr val="2E3C72"/>
                </a:solidFill>
                <a:latin typeface="Segoe UI Semibold"/>
                <a:ea typeface="BIZ UDPゴシック"/>
                <a:cs typeface="Segoe UI Semibold"/>
              </a:rPr>
              <a:t>AZURE UPDATE </a:t>
            </a:r>
            <a:r>
              <a:rPr lang="ja-JP" altLang="en-US" sz="5400" b="1" kern="1200" spc="200">
                <a:solidFill>
                  <a:srgbClr val="2E3C72"/>
                </a:solidFill>
                <a:latin typeface="Segoe UI Semibold"/>
                <a:ea typeface="BIZ UDPゴシック"/>
                <a:cs typeface="Segoe UI Semibold"/>
              </a:rPr>
              <a:t>情報 </a:t>
            </a:r>
            <a:r>
              <a:rPr lang="en-US" sz="5400" b="1" kern="1200" spc="200">
                <a:solidFill>
                  <a:srgbClr val="3B4C8A"/>
                </a:solidFill>
                <a:latin typeface="Segoe UI Semibold"/>
                <a:ea typeface="BIZ UDPゴシック"/>
                <a:cs typeface="Segoe UI Semibold"/>
              </a:rPr>
              <a:t>END</a:t>
            </a:r>
            <a:endParaRPr lang="ja-JP" sz="5400" b="1"/>
          </a:p>
        </p:txBody>
      </p:sp>
      <p:sp>
        <p:nvSpPr>
          <p:cNvPr id="6" name="EndingInfoPanel"/>
          <p:cNvSpPr/>
          <p:nvPr userDrawn="1"/>
        </p:nvSpPr>
        <p:spPr>
          <a:xfrm>
            <a:off x="900000" y="4800000"/>
            <a:ext cx="10392000" cy="900000"/>
          </a:xfrm>
          <a:prstGeom prst="rect">
            <a:avLst/>
          </a:prstGeom>
          <a:solidFill>
            <a:srgbClr val="3B4C8A"/>
          </a:solidFill>
          <a:ln>
            <a:noFill/>
          </a:ln>
        </p:spPr>
        <p:txBody>
          <a:bodyPr/>
          <a:lstStyle/>
          <a:p>
            <a:endParaRPr lang="ja-JP"/>
          </a:p>
        </p:txBody>
      </p:sp>
      <p:sp>
        <p:nvSpPr>
          <p:cNvPr id="7" name="EndingKeyMessagePlaceholder"/>
          <p:cNvSpPr>
            <a:spLocks noGrp="1"/>
          </p:cNvSpPr>
          <p:nvPr>
            <p:ph type="body" sz="quarter" idx="10"/>
          </p:nvPr>
        </p:nvSpPr>
        <p:spPr>
          <a:xfrm>
            <a:off x="1080000" y="4800000"/>
            <a:ext cx="10032000" cy="900000"/>
          </a:xfrm>
          <a:prstGeom prst="rect">
            <a:avLst/>
          </a:prstGeom>
        </p:spPr>
        <p:txBody>
          <a:bodyPr wrap="square" lIns="180000" tIns="90000" rIns="180000" bIns="90000" anchor="ctr" anchorCtr="0"/>
          <a:lstStyle>
            <a:lvl1pPr marL="0" indent="0">
              <a:buNone/>
              <a:defRPr sz="2000" b="1">
                <a:solidFill>
                  <a:srgbClr val="FFFFFF"/>
                </a:solidFill>
                <a:latin typeface="Segoe UI Semibold"/>
                <a:ea typeface="BIZ UDPゴシック"/>
              </a:defRPr>
            </a:lvl1pPr>
          </a:lstStyle>
          <a:p>
            <a:pPr marL="0" indent="0" algn="l">
              <a:buNone/>
            </a:pPr>
            <a:endParaRPr lang="ja-JP"/>
          </a:p>
        </p:txBody>
      </p:sp>
      <p:sp>
        <p:nvSpPr>
          <p:cNvPr id="8" name="EndingReferencePlaceholder"/>
          <p:cNvSpPr>
            <a:spLocks noGrp="1"/>
          </p:cNvSpPr>
          <p:nvPr>
            <p:ph type="body" sz="quarter" idx="11"/>
          </p:nvPr>
        </p:nvSpPr>
        <p:spPr>
          <a:xfrm>
            <a:off x="900000" y="3800000"/>
            <a:ext cx="10392000" cy="900000"/>
          </a:xfrm>
          <a:prstGeom prst="rect">
            <a:avLst/>
          </a:prstGeom>
        </p:spPr>
        <p:txBody>
          <a:bodyPr wrap="square" anchor="ctr" anchorCtr="0"/>
          <a:lstStyle>
            <a:lvl1pPr marL="0" indent="0">
              <a:buNone/>
              <a:defRPr sz="1400">
                <a:solidFill>
                  <a:srgbClr val="6E6E6E"/>
                </a:solidFill>
                <a:latin typeface="Segoe UI"/>
                <a:ea typeface="BIZ UDPゴシック"/>
              </a:defRPr>
            </a:lvl1pPr>
          </a:lstStyle>
          <a:p>
            <a:pPr marL="0" indent="0" algn="ctr">
              <a:buNone/>
            </a:pPr>
            <a:endParaRPr lang="ja-JP"/>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Azure Update Ending - Teal Fresh">
    <p:spTree>
      <p:nvGrpSpPr>
        <p:cNvPr id="1" name=""/>
        <p:cNvGrpSpPr/>
        <p:nvPr/>
      </p:nvGrpSpPr>
      <p:grpSpPr>
        <a:xfrm>
          <a:off x="0" y="0"/>
          <a:ext cx="0" cy="0"/>
          <a:chOff x="0" y="0"/>
          <a:chExt cx="0" cy="0"/>
        </a:xfrm>
      </p:grpSpPr>
      <p:sp>
        <p:nvSpPr>
          <p:cNvPr id="2" name="EndingBase"/>
          <p:cNvSpPr/>
          <p:nvPr userDrawn="1"/>
        </p:nvSpPr>
        <p:spPr>
          <a:xfrm>
            <a:off x="0" y="0"/>
            <a:ext cx="12192000" cy="6858000"/>
          </a:xfrm>
          <a:prstGeom prst="rect">
            <a:avLst/>
          </a:prstGeom>
          <a:solidFill>
            <a:srgbClr val="FFFFFF"/>
          </a:solidFill>
          <a:ln>
            <a:noFill/>
          </a:ln>
        </p:spPr>
        <p:txBody>
          <a:bodyPr/>
          <a:lstStyle/>
          <a:p>
            <a:endParaRPr lang="ja-JP"/>
          </a:p>
        </p:txBody>
      </p:sp>
      <p:sp>
        <p:nvSpPr>
          <p:cNvPr id="3" name="EndingHeader"/>
          <p:cNvSpPr/>
          <p:nvPr userDrawn="1"/>
        </p:nvSpPr>
        <p:spPr>
          <a:xfrm>
            <a:off x="0" y="0"/>
            <a:ext cx="12192000" cy="1200000"/>
          </a:xfrm>
          <a:prstGeom prst="rect">
            <a:avLst/>
          </a:prstGeom>
          <a:solidFill>
            <a:srgbClr val="008C7F"/>
          </a:solidFill>
          <a:ln>
            <a:noFill/>
          </a:ln>
        </p:spPr>
        <p:txBody>
          <a:bodyPr wrap="square" lIns="0" tIns="0" rIns="0" bIns="0" anchor="ctr"/>
          <a:lstStyle/>
          <a:p>
            <a:pPr algn="l">
              <a:defRPr/>
            </a:pPr>
            <a:r>
              <a:rPr lang="en-US" sz="2000" b="1" kern="1200">
                <a:solidFill>
                  <a:srgbClr val="FFFFFF"/>
                </a:solidFill>
                <a:latin typeface="Segoe UI Semibold"/>
                <a:ea typeface="BIZ UDPゴシック"/>
                <a:cs typeface="Segoe UI Semibold"/>
              </a:rPr>
              <a:t>    Microsoft Azure</a:t>
            </a:r>
            <a:endParaRPr lang="ja-JP" sz="2000"/>
          </a:p>
        </p:txBody>
      </p:sp>
      <p:sp>
        <p:nvSpPr>
          <p:cNvPr id="4" name="EndingAccentBand"/>
          <p:cNvSpPr/>
          <p:nvPr userDrawn="1"/>
        </p:nvSpPr>
        <p:spPr>
          <a:xfrm>
            <a:off x="0" y="1200000"/>
            <a:ext cx="12192000" cy="90000"/>
          </a:xfrm>
          <a:prstGeom prst="rect">
            <a:avLst/>
          </a:prstGeom>
          <a:solidFill>
            <a:srgbClr val="00B050"/>
          </a:solidFill>
          <a:ln>
            <a:noFill/>
          </a:ln>
        </p:spPr>
        <p:txBody>
          <a:bodyPr/>
          <a:lstStyle/>
          <a:p>
            <a:endParaRPr lang="ja-JP"/>
          </a:p>
        </p:txBody>
      </p:sp>
      <p:sp>
        <p:nvSpPr>
          <p:cNvPr id="5" name="EndingClosingHeadline"/>
          <p:cNvSpPr txBox="1"/>
          <p:nvPr userDrawn="1"/>
        </p:nvSpPr>
        <p:spPr>
          <a:xfrm>
            <a:off x="0" y="2200000"/>
            <a:ext cx="12192000" cy="1400000"/>
          </a:xfrm>
          <a:prstGeom prst="rect">
            <a:avLst/>
          </a:prstGeom>
          <a:noFill/>
          <a:ln>
            <a:noFill/>
          </a:ln>
        </p:spPr>
        <p:txBody>
          <a:bodyPr wrap="square" lIns="0" tIns="0" rIns="0" bIns="0" anchor="ctr" anchorCtr="0"/>
          <a:lstStyle/>
          <a:p>
            <a:pPr algn="ctr"/>
            <a:r>
              <a:rPr lang="en-US" sz="5400" b="1" kern="1200" spc="200">
                <a:solidFill>
                  <a:srgbClr val="008C7F"/>
                </a:solidFill>
                <a:latin typeface="Segoe UI Semibold"/>
                <a:ea typeface="BIZ UDPゴシック"/>
                <a:cs typeface="Segoe UI Semibold"/>
              </a:rPr>
              <a:t>AZURE UPDATE </a:t>
            </a:r>
            <a:r>
              <a:rPr lang="ja-JP" altLang="en-US" sz="5400" b="1" kern="1200" spc="200">
                <a:solidFill>
                  <a:srgbClr val="008C7F"/>
                </a:solidFill>
                <a:latin typeface="Segoe UI Semibold"/>
                <a:ea typeface="BIZ UDPゴシック"/>
                <a:cs typeface="Segoe UI Semibold"/>
              </a:rPr>
              <a:t>情報 </a:t>
            </a:r>
            <a:r>
              <a:rPr lang="en-US" sz="5400" b="1" kern="1200" spc="200">
                <a:solidFill>
                  <a:srgbClr val="00B050"/>
                </a:solidFill>
                <a:latin typeface="Segoe UI Semibold"/>
                <a:ea typeface="BIZ UDPゴシック"/>
                <a:cs typeface="Segoe UI Semibold"/>
              </a:rPr>
              <a:t>END</a:t>
            </a:r>
            <a:endParaRPr lang="ja-JP" sz="5400" b="1"/>
          </a:p>
        </p:txBody>
      </p:sp>
      <p:sp>
        <p:nvSpPr>
          <p:cNvPr id="6" name="EndingInfoPanel"/>
          <p:cNvSpPr/>
          <p:nvPr userDrawn="1"/>
        </p:nvSpPr>
        <p:spPr>
          <a:xfrm>
            <a:off x="900000" y="4800000"/>
            <a:ext cx="10392000" cy="900000"/>
          </a:xfrm>
          <a:prstGeom prst="rect">
            <a:avLst/>
          </a:prstGeom>
          <a:solidFill>
            <a:srgbClr val="287A4F"/>
          </a:solidFill>
          <a:ln>
            <a:noFill/>
          </a:ln>
        </p:spPr>
        <p:txBody>
          <a:bodyPr/>
          <a:lstStyle/>
          <a:p>
            <a:endParaRPr lang="ja-JP"/>
          </a:p>
        </p:txBody>
      </p:sp>
      <p:sp>
        <p:nvSpPr>
          <p:cNvPr id="7" name="EndingKeyMessagePlaceholder"/>
          <p:cNvSpPr>
            <a:spLocks noGrp="1"/>
          </p:cNvSpPr>
          <p:nvPr>
            <p:ph type="body" sz="quarter" idx="10"/>
          </p:nvPr>
        </p:nvSpPr>
        <p:spPr>
          <a:xfrm>
            <a:off x="1080000" y="4800000"/>
            <a:ext cx="10032000" cy="900000"/>
          </a:xfrm>
          <a:prstGeom prst="rect">
            <a:avLst/>
          </a:prstGeom>
        </p:spPr>
        <p:txBody>
          <a:bodyPr wrap="square" lIns="180000" tIns="90000" rIns="180000" bIns="90000" anchor="ctr" anchorCtr="0"/>
          <a:lstStyle>
            <a:lvl1pPr marL="0" indent="0">
              <a:buNone/>
              <a:defRPr sz="2000" b="1">
                <a:solidFill>
                  <a:srgbClr val="FFFFFF"/>
                </a:solidFill>
                <a:latin typeface="Segoe UI Semibold"/>
                <a:ea typeface="BIZ UDPゴシック"/>
              </a:defRPr>
            </a:lvl1pPr>
          </a:lstStyle>
          <a:p>
            <a:pPr marL="0" indent="0" algn="l">
              <a:buNone/>
            </a:pPr>
            <a:endParaRPr lang="ja-JP"/>
          </a:p>
        </p:txBody>
      </p:sp>
      <p:sp>
        <p:nvSpPr>
          <p:cNvPr id="8" name="EndingReferencePlaceholder"/>
          <p:cNvSpPr>
            <a:spLocks noGrp="1"/>
          </p:cNvSpPr>
          <p:nvPr>
            <p:ph type="body" sz="quarter" idx="11"/>
          </p:nvPr>
        </p:nvSpPr>
        <p:spPr>
          <a:xfrm>
            <a:off x="900000" y="3800000"/>
            <a:ext cx="10392000" cy="900000"/>
          </a:xfrm>
          <a:prstGeom prst="rect">
            <a:avLst/>
          </a:prstGeom>
        </p:spPr>
        <p:txBody>
          <a:bodyPr wrap="square" anchor="ctr" anchorCtr="0"/>
          <a:lstStyle>
            <a:lvl1pPr marL="0" indent="0">
              <a:buNone/>
              <a:defRPr sz="1400">
                <a:solidFill>
                  <a:srgbClr val="6E6E6E"/>
                </a:solidFill>
                <a:latin typeface="Segoe UI"/>
                <a:ea typeface="BIZ UDPゴシック"/>
              </a:defRPr>
            </a:lvl1pPr>
          </a:lstStyle>
          <a:p>
            <a:pPr marL="0" indent="0" algn="ctr">
              <a:buNone/>
            </a:pPr>
            <a:endParaRPr lang="ja-JP"/>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zure Update Ending - Indigo Amber">
    <p:spTree>
      <p:nvGrpSpPr>
        <p:cNvPr id="1" name=""/>
        <p:cNvGrpSpPr/>
        <p:nvPr/>
      </p:nvGrpSpPr>
      <p:grpSpPr>
        <a:xfrm>
          <a:off x="0" y="0"/>
          <a:ext cx="0" cy="0"/>
          <a:chOff x="0" y="0"/>
          <a:chExt cx="0" cy="0"/>
        </a:xfrm>
      </p:grpSpPr>
      <p:sp>
        <p:nvSpPr>
          <p:cNvPr id="2" name="EndingBase"/>
          <p:cNvSpPr/>
          <p:nvPr userDrawn="1"/>
        </p:nvSpPr>
        <p:spPr>
          <a:xfrm>
            <a:off x="0" y="0"/>
            <a:ext cx="12192000" cy="6858000"/>
          </a:xfrm>
          <a:prstGeom prst="rect">
            <a:avLst/>
          </a:prstGeom>
          <a:solidFill>
            <a:srgbClr val="FFFFFF"/>
          </a:solidFill>
          <a:ln>
            <a:noFill/>
          </a:ln>
        </p:spPr>
        <p:txBody>
          <a:bodyPr/>
          <a:lstStyle/>
          <a:p>
            <a:endParaRPr lang="ja-JP"/>
          </a:p>
        </p:txBody>
      </p:sp>
      <p:sp>
        <p:nvSpPr>
          <p:cNvPr id="3" name="EndingHeader"/>
          <p:cNvSpPr/>
          <p:nvPr userDrawn="1"/>
        </p:nvSpPr>
        <p:spPr>
          <a:xfrm>
            <a:off x="0" y="0"/>
            <a:ext cx="12192000" cy="1200000"/>
          </a:xfrm>
          <a:prstGeom prst="rect">
            <a:avLst/>
          </a:prstGeom>
          <a:solidFill>
            <a:srgbClr val="2E3C72"/>
          </a:solidFill>
          <a:ln>
            <a:noFill/>
          </a:ln>
        </p:spPr>
        <p:txBody>
          <a:bodyPr wrap="square" lIns="0" tIns="0" rIns="0" bIns="0" anchor="ctr"/>
          <a:lstStyle/>
          <a:p>
            <a:pPr algn="l">
              <a:defRPr/>
            </a:pPr>
            <a:r>
              <a:rPr lang="en-US" sz="2000" b="1" kern="1200">
                <a:solidFill>
                  <a:srgbClr val="FFFFFF"/>
                </a:solidFill>
                <a:latin typeface="Segoe UI Semibold"/>
                <a:ea typeface="BIZ UDPゴシック"/>
                <a:cs typeface="Segoe UI Semibold"/>
              </a:rPr>
              <a:t>    Microsoft Azure</a:t>
            </a:r>
            <a:endParaRPr lang="ja-JP" sz="2000"/>
          </a:p>
        </p:txBody>
      </p:sp>
      <p:sp>
        <p:nvSpPr>
          <p:cNvPr id="4" name="EndingAccentBand"/>
          <p:cNvSpPr/>
          <p:nvPr userDrawn="1"/>
        </p:nvSpPr>
        <p:spPr>
          <a:xfrm>
            <a:off x="0" y="1200000"/>
            <a:ext cx="12192000" cy="90000"/>
          </a:xfrm>
          <a:prstGeom prst="rect">
            <a:avLst/>
          </a:prstGeom>
          <a:solidFill>
            <a:srgbClr val="3B4C8A"/>
          </a:solidFill>
          <a:ln>
            <a:noFill/>
          </a:ln>
        </p:spPr>
        <p:txBody>
          <a:bodyPr/>
          <a:lstStyle/>
          <a:p>
            <a:endParaRPr lang="ja-JP"/>
          </a:p>
        </p:txBody>
      </p:sp>
      <p:sp>
        <p:nvSpPr>
          <p:cNvPr id="5" name="EndingClosingHeadline"/>
          <p:cNvSpPr txBox="1"/>
          <p:nvPr userDrawn="1"/>
        </p:nvSpPr>
        <p:spPr>
          <a:xfrm>
            <a:off x="0" y="2200000"/>
            <a:ext cx="12192000" cy="1400000"/>
          </a:xfrm>
          <a:prstGeom prst="rect">
            <a:avLst/>
          </a:prstGeom>
          <a:noFill/>
          <a:ln>
            <a:noFill/>
          </a:ln>
        </p:spPr>
        <p:txBody>
          <a:bodyPr wrap="square" lIns="0" tIns="0" rIns="0" bIns="0" anchor="ctr" anchorCtr="0"/>
          <a:lstStyle/>
          <a:p>
            <a:pPr algn="ctr"/>
            <a:r>
              <a:rPr lang="en-US" sz="5400" b="1" kern="1200" spc="200">
                <a:solidFill>
                  <a:srgbClr val="2E3C72"/>
                </a:solidFill>
                <a:latin typeface="Segoe UI Semibold"/>
                <a:ea typeface="BIZ UDPゴシック"/>
                <a:cs typeface="Segoe UI Semibold"/>
              </a:rPr>
              <a:t>AZURE UPDATE </a:t>
            </a:r>
            <a:r>
              <a:rPr lang="ja-JP" altLang="en-US" sz="5400" b="1" kern="1200" spc="200">
                <a:solidFill>
                  <a:srgbClr val="2E3C72"/>
                </a:solidFill>
                <a:latin typeface="Segoe UI Semibold"/>
                <a:ea typeface="BIZ UDPゴシック"/>
                <a:cs typeface="Segoe UI Semibold"/>
              </a:rPr>
              <a:t>情報 </a:t>
            </a:r>
            <a:r>
              <a:rPr lang="en-US" sz="5400" b="1" kern="1200" spc="200">
                <a:solidFill>
                  <a:srgbClr val="3B4C8A"/>
                </a:solidFill>
                <a:latin typeface="Segoe UI Semibold"/>
                <a:ea typeface="BIZ UDPゴシック"/>
                <a:cs typeface="Segoe UI Semibold"/>
              </a:rPr>
              <a:t>END</a:t>
            </a:r>
            <a:endParaRPr lang="ja-JP" sz="5400" b="1"/>
          </a:p>
        </p:txBody>
      </p:sp>
      <p:sp>
        <p:nvSpPr>
          <p:cNvPr id="6" name="EndingInfoPanel"/>
          <p:cNvSpPr/>
          <p:nvPr userDrawn="1"/>
        </p:nvSpPr>
        <p:spPr>
          <a:xfrm>
            <a:off x="900000" y="4800000"/>
            <a:ext cx="10392000" cy="900000"/>
          </a:xfrm>
          <a:prstGeom prst="rect">
            <a:avLst/>
          </a:prstGeom>
          <a:solidFill>
            <a:srgbClr val="3B4C8A"/>
          </a:solidFill>
          <a:ln>
            <a:noFill/>
          </a:ln>
        </p:spPr>
        <p:txBody>
          <a:bodyPr/>
          <a:lstStyle/>
          <a:p>
            <a:endParaRPr lang="ja-JP"/>
          </a:p>
        </p:txBody>
      </p:sp>
      <p:sp>
        <p:nvSpPr>
          <p:cNvPr id="7" name="EndingKeyMessagePlaceholder"/>
          <p:cNvSpPr>
            <a:spLocks noGrp="1"/>
          </p:cNvSpPr>
          <p:nvPr>
            <p:ph type="body" sz="quarter" idx="10"/>
          </p:nvPr>
        </p:nvSpPr>
        <p:spPr>
          <a:xfrm>
            <a:off x="1080000" y="4800000"/>
            <a:ext cx="10032000" cy="900000"/>
          </a:xfrm>
          <a:prstGeom prst="rect">
            <a:avLst/>
          </a:prstGeom>
        </p:spPr>
        <p:txBody>
          <a:bodyPr wrap="square" lIns="180000" tIns="90000" rIns="180000" bIns="90000" anchor="ctr" anchorCtr="0"/>
          <a:lstStyle>
            <a:lvl1pPr marL="0" indent="0">
              <a:buNone/>
              <a:defRPr sz="2000" b="1">
                <a:solidFill>
                  <a:srgbClr val="FFFFFF"/>
                </a:solidFill>
                <a:latin typeface="Segoe UI Semibold"/>
                <a:ea typeface="BIZ UDPゴシック"/>
              </a:defRPr>
            </a:lvl1pPr>
          </a:lstStyle>
          <a:p>
            <a:pPr marL="0" indent="0" algn="l">
              <a:buNone/>
            </a:pPr>
            <a:endParaRPr lang="ja-JP"/>
          </a:p>
        </p:txBody>
      </p:sp>
      <p:sp>
        <p:nvSpPr>
          <p:cNvPr id="8" name="EndingReferencePlaceholder"/>
          <p:cNvSpPr>
            <a:spLocks noGrp="1"/>
          </p:cNvSpPr>
          <p:nvPr>
            <p:ph type="body" sz="quarter" idx="11"/>
          </p:nvPr>
        </p:nvSpPr>
        <p:spPr>
          <a:xfrm>
            <a:off x="900000" y="3800000"/>
            <a:ext cx="10392000" cy="900000"/>
          </a:xfrm>
          <a:prstGeom prst="rect">
            <a:avLst/>
          </a:prstGeom>
        </p:spPr>
        <p:txBody>
          <a:bodyPr wrap="square" anchor="ctr" anchorCtr="0"/>
          <a:lstStyle>
            <a:lvl1pPr marL="0" indent="0">
              <a:buNone/>
              <a:defRPr sz="1400">
                <a:solidFill>
                  <a:srgbClr val="6E6E6E"/>
                </a:solidFill>
                <a:latin typeface="Segoe UI"/>
                <a:ea typeface="BIZ UDPゴシック"/>
              </a:defRPr>
            </a:lvl1pPr>
          </a:lstStyle>
          <a:p>
            <a:pPr marL="0" indent="0" algn="ctr">
              <a:buNone/>
            </a:pPr>
            <a:endParaRPr lang="ja-JP"/>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Azure Update Ending - Teal Fresh">
    <p:spTree>
      <p:nvGrpSpPr>
        <p:cNvPr id="1" name=""/>
        <p:cNvGrpSpPr/>
        <p:nvPr/>
      </p:nvGrpSpPr>
      <p:grpSpPr>
        <a:xfrm>
          <a:off x="0" y="0"/>
          <a:ext cx="0" cy="0"/>
          <a:chOff x="0" y="0"/>
          <a:chExt cx="0" cy="0"/>
        </a:xfrm>
      </p:grpSpPr>
      <p:sp>
        <p:nvSpPr>
          <p:cNvPr id="2" name="EndingBase"/>
          <p:cNvSpPr/>
          <p:nvPr userDrawn="1"/>
        </p:nvSpPr>
        <p:spPr>
          <a:xfrm>
            <a:off x="0" y="0"/>
            <a:ext cx="12192000" cy="6858000"/>
          </a:xfrm>
          <a:prstGeom prst="rect">
            <a:avLst/>
          </a:prstGeom>
          <a:solidFill>
            <a:srgbClr val="FFFFFF"/>
          </a:solidFill>
          <a:ln>
            <a:noFill/>
          </a:ln>
        </p:spPr>
        <p:txBody>
          <a:bodyPr/>
          <a:lstStyle/>
          <a:p>
            <a:endParaRPr lang="ja-JP"/>
          </a:p>
        </p:txBody>
      </p:sp>
      <p:sp>
        <p:nvSpPr>
          <p:cNvPr id="3" name="EndingHeader"/>
          <p:cNvSpPr/>
          <p:nvPr userDrawn="1"/>
        </p:nvSpPr>
        <p:spPr>
          <a:xfrm>
            <a:off x="0" y="0"/>
            <a:ext cx="12192000" cy="1200000"/>
          </a:xfrm>
          <a:prstGeom prst="rect">
            <a:avLst/>
          </a:prstGeom>
          <a:solidFill>
            <a:srgbClr val="008C7F"/>
          </a:solidFill>
          <a:ln>
            <a:noFill/>
          </a:ln>
        </p:spPr>
        <p:txBody>
          <a:bodyPr wrap="square" lIns="0" tIns="0" rIns="0" bIns="0" anchor="ctr"/>
          <a:lstStyle/>
          <a:p>
            <a:pPr algn="l">
              <a:defRPr/>
            </a:pPr>
            <a:r>
              <a:rPr lang="en-US" sz="2000" b="1" kern="1200">
                <a:solidFill>
                  <a:srgbClr val="FFFFFF"/>
                </a:solidFill>
                <a:latin typeface="Segoe UI Semibold"/>
                <a:ea typeface="BIZ UDPゴシック"/>
                <a:cs typeface="Segoe UI Semibold"/>
              </a:rPr>
              <a:t>    Microsoft Azure</a:t>
            </a:r>
            <a:endParaRPr lang="ja-JP" sz="2000"/>
          </a:p>
        </p:txBody>
      </p:sp>
      <p:sp>
        <p:nvSpPr>
          <p:cNvPr id="4" name="EndingAccentBand"/>
          <p:cNvSpPr/>
          <p:nvPr userDrawn="1"/>
        </p:nvSpPr>
        <p:spPr>
          <a:xfrm>
            <a:off x="0" y="1200000"/>
            <a:ext cx="12192000" cy="90000"/>
          </a:xfrm>
          <a:prstGeom prst="rect">
            <a:avLst/>
          </a:prstGeom>
          <a:solidFill>
            <a:srgbClr val="00B050"/>
          </a:solidFill>
          <a:ln>
            <a:noFill/>
          </a:ln>
        </p:spPr>
        <p:txBody>
          <a:bodyPr/>
          <a:lstStyle/>
          <a:p>
            <a:endParaRPr lang="ja-JP"/>
          </a:p>
        </p:txBody>
      </p:sp>
      <p:sp>
        <p:nvSpPr>
          <p:cNvPr id="5" name="EndingClosingHeadline"/>
          <p:cNvSpPr txBox="1"/>
          <p:nvPr userDrawn="1"/>
        </p:nvSpPr>
        <p:spPr>
          <a:xfrm>
            <a:off x="0" y="2200000"/>
            <a:ext cx="12192000" cy="1400000"/>
          </a:xfrm>
          <a:prstGeom prst="rect">
            <a:avLst/>
          </a:prstGeom>
          <a:noFill/>
          <a:ln>
            <a:noFill/>
          </a:ln>
        </p:spPr>
        <p:txBody>
          <a:bodyPr wrap="square" lIns="0" tIns="0" rIns="0" bIns="0" anchor="ctr" anchorCtr="0"/>
          <a:lstStyle/>
          <a:p>
            <a:pPr algn="ctr"/>
            <a:r>
              <a:rPr lang="en-US" sz="5400" b="1" kern="1200" spc="200">
                <a:solidFill>
                  <a:srgbClr val="008C7F"/>
                </a:solidFill>
                <a:latin typeface="Segoe UI Semibold"/>
                <a:ea typeface="BIZ UDPゴシック"/>
                <a:cs typeface="Segoe UI Semibold"/>
              </a:rPr>
              <a:t>AZURE UPDATE </a:t>
            </a:r>
            <a:r>
              <a:rPr lang="ja-JP" altLang="en-US" sz="5400" b="1" kern="1200" spc="200">
                <a:solidFill>
                  <a:srgbClr val="008C7F"/>
                </a:solidFill>
                <a:latin typeface="Segoe UI Semibold"/>
                <a:ea typeface="BIZ UDPゴシック"/>
                <a:cs typeface="Segoe UI Semibold"/>
              </a:rPr>
              <a:t>情報 </a:t>
            </a:r>
            <a:r>
              <a:rPr lang="en-US" sz="5400" b="1" kern="1200" spc="200">
                <a:solidFill>
                  <a:srgbClr val="00B050"/>
                </a:solidFill>
                <a:latin typeface="Segoe UI Semibold"/>
                <a:ea typeface="BIZ UDPゴシック"/>
                <a:cs typeface="Segoe UI Semibold"/>
              </a:rPr>
              <a:t>END</a:t>
            </a:r>
            <a:endParaRPr lang="ja-JP" sz="5400" b="1"/>
          </a:p>
        </p:txBody>
      </p:sp>
      <p:sp>
        <p:nvSpPr>
          <p:cNvPr id="6" name="EndingInfoPanel"/>
          <p:cNvSpPr/>
          <p:nvPr userDrawn="1"/>
        </p:nvSpPr>
        <p:spPr>
          <a:xfrm>
            <a:off x="900000" y="4800000"/>
            <a:ext cx="10392000" cy="900000"/>
          </a:xfrm>
          <a:prstGeom prst="rect">
            <a:avLst/>
          </a:prstGeom>
          <a:solidFill>
            <a:srgbClr val="287A4F"/>
          </a:solidFill>
          <a:ln>
            <a:noFill/>
          </a:ln>
        </p:spPr>
        <p:txBody>
          <a:bodyPr/>
          <a:lstStyle/>
          <a:p>
            <a:endParaRPr lang="ja-JP"/>
          </a:p>
        </p:txBody>
      </p:sp>
      <p:sp>
        <p:nvSpPr>
          <p:cNvPr id="7" name="EndingKeyMessagePlaceholder"/>
          <p:cNvSpPr>
            <a:spLocks noGrp="1"/>
          </p:cNvSpPr>
          <p:nvPr>
            <p:ph type="body" sz="quarter" idx="10"/>
          </p:nvPr>
        </p:nvSpPr>
        <p:spPr>
          <a:xfrm>
            <a:off x="1080000" y="4800000"/>
            <a:ext cx="10032000" cy="900000"/>
          </a:xfrm>
          <a:prstGeom prst="rect">
            <a:avLst/>
          </a:prstGeom>
        </p:spPr>
        <p:txBody>
          <a:bodyPr wrap="square" lIns="180000" tIns="90000" rIns="180000" bIns="90000" anchor="ctr" anchorCtr="0"/>
          <a:lstStyle>
            <a:lvl1pPr marL="0" indent="0">
              <a:buNone/>
              <a:defRPr sz="2000" b="1">
                <a:solidFill>
                  <a:srgbClr val="FFFFFF"/>
                </a:solidFill>
                <a:latin typeface="Segoe UI Semibold"/>
                <a:ea typeface="BIZ UDPゴシック"/>
              </a:defRPr>
            </a:lvl1pPr>
          </a:lstStyle>
          <a:p>
            <a:pPr marL="0" indent="0" algn="l">
              <a:buNone/>
            </a:pPr>
            <a:endParaRPr lang="ja-JP"/>
          </a:p>
        </p:txBody>
      </p:sp>
      <p:sp>
        <p:nvSpPr>
          <p:cNvPr id="8" name="EndingReferencePlaceholder"/>
          <p:cNvSpPr>
            <a:spLocks noGrp="1"/>
          </p:cNvSpPr>
          <p:nvPr>
            <p:ph type="body" sz="quarter" idx="11"/>
          </p:nvPr>
        </p:nvSpPr>
        <p:spPr>
          <a:xfrm>
            <a:off x="900000" y="3800000"/>
            <a:ext cx="10392000" cy="900000"/>
          </a:xfrm>
          <a:prstGeom prst="rect">
            <a:avLst/>
          </a:prstGeom>
        </p:spPr>
        <p:txBody>
          <a:bodyPr wrap="square" anchor="ctr" anchorCtr="0"/>
          <a:lstStyle>
            <a:lvl1pPr marL="0" indent="0">
              <a:buNone/>
              <a:defRPr sz="1400">
                <a:solidFill>
                  <a:srgbClr val="6E6E6E"/>
                </a:solidFill>
                <a:latin typeface="Segoe UI"/>
                <a:ea typeface="BIZ UDPゴシック"/>
              </a:defRPr>
            </a:lvl1pPr>
          </a:lstStyle>
          <a:p>
            <a:pPr marL="0" indent="0" algn="ctr">
              <a:buNone/>
            </a:pPr>
            <a:endParaRPr lang="ja-JP"/>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535" y="157735"/>
            <a:ext cx="11808000" cy="982908"/>
          </a:xfrm>
          <a:prstGeom prst="rect">
            <a:avLst/>
          </a:prstGeom>
        </p:spPr>
        <p:txBody>
          <a:bodyPr vert="horz" lIns="91440" tIns="45720" rIns="91440" bIns="45720" rtlCol="0" anchor="ctr">
            <a:normAutofit/>
          </a:bodyPr>
          <a:lstStyle/>
          <a:p>
            <a:endParaRPr lang="en-US"/>
          </a:p>
        </p:txBody>
      </p:sp>
      <p:sp>
        <p:nvSpPr>
          <p:cNvPr id="6" name="Slide Number Placeholder 5"/>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1200">
                <a:solidFill>
                  <a:schemeClr val="tx1">
                    <a:tint val="75000"/>
                  </a:schemeClr>
                </a:solidFill>
                <a:latin typeface="+mn-ea"/>
                <a:ea typeface="+mn-ea"/>
              </a:defRPr>
            </a:lvl1pPr>
          </a:lstStyle>
          <a:p>
            <a:pPr>
              <a:defRPr/>
            </a:pPr>
            <a:fld id="{057595E4-A9A2-4DBB-9DF9-29E61EE6FF4B}" type="slidenum">
              <a:rPr kumimoji="0" lang="en-US" smtClean="0">
                <a:solidFill>
                  <a:prstClr val="black">
                    <a:tint val="75000"/>
                  </a:prstClr>
                </a:solidFill>
              </a:rPr>
              <a:pPr>
                <a:defRPr/>
              </a:pPr>
              <a:t>‹#›</a:t>
            </a:fld>
            <a:endParaRPr kumimoji="0" lang="en-US">
              <a:solidFill>
                <a:prstClr val="black">
                  <a:tint val="75000"/>
                </a:prstClr>
              </a:solidFill>
            </a:endParaRPr>
          </a:p>
        </p:txBody>
      </p:sp>
    </p:spTree>
    <p:extLst>
      <p:ext uri="{BB962C8B-B14F-4D97-AF65-F5344CB8AC3E}">
        <p14:creationId xmlns:p14="http://schemas.microsoft.com/office/powerpoint/2010/main" val="326703389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7" r:id="rId4"/>
    <p:sldLayoutId id="2147483710" r:id="rId5"/>
    <p:sldLayoutId id="2147483722" r:id="rId6"/>
    <p:sldLayoutId id="2147483719" r:id="rId7"/>
    <p:sldLayoutId id="2147483720" r:id="rId8"/>
    <p:sldLayoutId id="2147483721" r:id="rId9"/>
    <p:sldLayoutId id="2147483723" r:id="rId10"/>
    <p:sldLayoutId id="2147483724" r:id="rId11"/>
  </p:sldLayoutIdLst>
  <p:hf sldNum="0" hdr="0" ftr="0" dt="0"/>
  <p:txStyles>
    <p:titleStyle>
      <a:lvl1pPr algn="l" defTabSz="914400" rtl="0" eaLnBrk="1" latinLnBrk="0" hangingPunct="1">
        <a:lnSpc>
          <a:spcPct val="90000"/>
        </a:lnSpc>
        <a:spcBef>
          <a:spcPct val="0"/>
        </a:spcBef>
        <a:buNone/>
        <a:defRPr kumimoji="1" sz="2400" kern="1200">
          <a:solidFill>
            <a:schemeClr val="tx1"/>
          </a:solidFill>
          <a:latin typeface="+mj-ea"/>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n"/>
        <a:defRPr kumimoji="1" sz="24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p"/>
        <a:defRPr kumimoji="1" sz="20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l"/>
        <a:defRPr kumimoji="1" sz="18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idx="11"/>
          </p:nvPr>
        </p:nvSpPr>
        <p:spPr/>
        <p:txBody>
          <a:bodyPr>
            <a:normAutofit/>
          </a:bodyPr>
          <a:lstStyle/>
          <a:p>
            <a:r>
              <a:rPr kumimoji="1" lang="en-US" altLang="ja-JP" sz="4600" b="1">
                <a:solidFill>
                  <a:srgbClr val="222A4A"/>
                </a:solidFill>
              </a:rPr>
              <a:t>Azure New Topics</a:t>
            </a:r>
            <a:br>
              <a:rPr kumimoji="1" lang="en-US" altLang="ja-JP" sz="4600" b="1">
                <a:solidFill>
                  <a:srgbClr val="222A4A"/>
                </a:solidFill>
              </a:rPr>
            </a:br>
            <a:r>
              <a:rPr kumimoji="1" lang="en-US" altLang="ja-JP" sz="4600" b="1">
                <a:solidFill>
                  <a:srgbClr val="222A4A"/>
                </a:solidFill>
              </a:rPr>
              <a:t>Weekly Update</a:t>
            </a:r>
            <a:endParaRPr kumimoji="1" lang="ja-JP" altLang="en-US" sz="4600" b="1">
              <a:solidFill>
                <a:srgbClr val="222A4A"/>
              </a:solidFill>
            </a:endParaRPr>
          </a:p>
        </p:txBody>
      </p:sp>
      <p:sp>
        <p:nvSpPr>
          <p:cNvPr id="3" name="テキスト プレースホルダー 2"/>
          <p:cNvSpPr>
            <a:spLocks noGrp="1"/>
          </p:cNvSpPr>
          <p:nvPr>
            <p:ph type="body" sz="quarter" idx="12"/>
          </p:nvPr>
        </p:nvSpPr>
        <p:spPr/>
        <p:txBody>
          <a:bodyPr lIns="146304" tIns="109728" rIns="146304" bIns="109728" anchor="t">
            <a:noAutofit/>
          </a:bodyPr>
          <a:lstStyle/>
          <a:p>
            <a:r>
              <a:rPr kumimoji="1" lang="ja-JP" altLang="en-US" sz="2200">
                <a:solidFill>
                  <a:srgbClr val="4A5270"/>
                </a:solidFill>
              </a:rPr>
              <a:t>{{CUSTOMER}} 御中</a:t>
            </a:r>
          </a:p>
          <a:p>
            <a:r>
              <a:rPr kumimoji="1" lang="ja-JP" altLang="en-US" sz="2200">
                <a:solidFill>
                  <a:srgbClr val="4A5270"/>
                </a:solidFill>
              </a:rPr>
              <a:t>{{SYSTEM}}向け</a:t>
            </a:r>
          </a:p>
          <a:p>
            <a:r>
              <a:rPr kumimoji="1" lang="en-US" altLang="ja-JP" sz="2200">
                <a:solidFill>
                  <a:srgbClr val="4A5270"/>
                </a:solidFill>
              </a:rPr>
              <a:t>Azure </a:t>
            </a:r>
            <a:r>
              <a:rPr kumimoji="1" lang="ja-JP" altLang="en-US" sz="2200">
                <a:solidFill>
                  <a:srgbClr val="4A5270"/>
                </a:solidFill>
              </a:rPr>
              <a:t>アップデート情報</a:t>
            </a:r>
            <a:endParaRPr kumimoji="1" lang="en-US" altLang="ja-JP" sz="2200" dirty="0">
              <a:solidFill>
                <a:srgbClr val="4A5270"/>
              </a:solidFill>
            </a:endParaRPr>
          </a:p>
        </p:txBody>
      </p:sp>
      <p:sp>
        <p:nvSpPr>
          <p:cNvPr id="4" name="テキスト プレースホルダー 3">
            <a:extLst>
              <a:ext uri="{FF2B5EF4-FFF2-40B4-BE49-F238E27FC236}">
                <a16:creationId xmlns:a16="http://schemas.microsoft.com/office/drawing/2014/main" id="{0F9F7457-5267-E6C2-696D-7F1AF2A25542}"/>
              </a:ext>
            </a:extLst>
          </p:cNvPr>
          <p:cNvSpPr>
            <a:spLocks noGrp="1"/>
          </p:cNvSpPr>
          <p:nvPr>
            <p:ph type="body" sz="quarter" idx="13"/>
          </p:nvPr>
        </p:nvSpPr>
        <p:spPr/>
        <p:txBody>
          <a:bodyPr/>
          <a:lstStyle/>
          <a:p>
            <a:endParaRPr kumimoji="1" lang="ja-JP" altLang="en-US"/>
          </a:p>
        </p:txBody>
      </p:sp>
      <p:sp>
        <p:nvSpPr>
          <p:cNvPr id="7" name="テキスト プレースホルダー 6">
            <a:extLst>
              <a:ext uri="{FF2B5EF4-FFF2-40B4-BE49-F238E27FC236}">
                <a16:creationId xmlns:a16="http://schemas.microsoft.com/office/drawing/2014/main" id="{8C8A2685-EB9E-127E-BC7A-AED78AD77A43}"/>
              </a:ext>
            </a:extLst>
          </p:cNvPr>
          <p:cNvSpPr>
            <a:spLocks noGrp="1"/>
          </p:cNvSpPr>
          <p:nvPr>
            <p:ph type="body" sz="quarter" idx="14"/>
          </p:nvPr>
        </p:nvSpPr>
        <p:spPr/>
        <p:txBody>
          <a:bodyPr/>
          <a:lstStyle/>
          <a:p>
            <a:r>
              <a:t>{{PUBLICATION_PERIOD}}</a:t>
            </a:r>
          </a:p>
        </p:txBody>
      </p:sp>
    </p:spTree>
    <p:extLst>
      <p:ext uri="{BB962C8B-B14F-4D97-AF65-F5344CB8AC3E}">
        <p14:creationId xmlns:p14="http://schemas.microsoft.com/office/powerpoint/2010/main" val="2190255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p:cNvSpPr>
            <a:spLocks noGrp="1"/>
          </p:cNvSpPr>
          <p:nvPr>
            <p:ph type="title" idx="11"/>
          </p:nvPr>
        </p:nvSpPr>
        <p:spPr/>
        <p:txBody>
          <a:bodyPr>
            <a:normAutofit/>
          </a:bodyPr>
          <a:lstStyle/>
          <a:p>
            <a:r>
              <a:rPr kumimoji="1" lang="en-US" altLang="ja-JP" sz="4600" b="1">
                <a:solidFill>
                  <a:srgbClr val="1B2A3A"/>
                </a:solidFill>
              </a:rPr>
              <a:t>Azure New Topics</a:t>
            </a:r>
            <a:br>
              <a:rPr kumimoji="1" lang="en-US" altLang="ja-JP" sz="4600" b="1">
                <a:solidFill>
                  <a:srgbClr val="1B2A3A"/>
                </a:solidFill>
              </a:rPr>
            </a:br>
            <a:r>
              <a:rPr kumimoji="1" lang="en-US" altLang="ja-JP" sz="4600" b="1">
                <a:solidFill>
                  <a:srgbClr val="1B2A3A"/>
                </a:solidFill>
              </a:rPr>
              <a:t>Weekly Update</a:t>
            </a:r>
            <a:endParaRPr kumimoji="1" lang="ja-JP" altLang="en-US" sz="4600" b="1">
              <a:solidFill>
                <a:srgbClr val="1B2A3A"/>
              </a:solidFill>
            </a:endParaRPr>
          </a:p>
        </p:txBody>
      </p:sp>
      <p:sp>
        <p:nvSpPr>
          <p:cNvPr id="3" name="テキスト プレースホルダー 2"/>
          <p:cNvSpPr>
            <a:spLocks noGrp="1"/>
          </p:cNvSpPr>
          <p:nvPr>
            <p:ph type="body" sz="quarter" idx="12"/>
          </p:nvPr>
        </p:nvSpPr>
        <p:spPr/>
        <p:txBody>
          <a:bodyPr lIns="146304" tIns="109728" rIns="146304" bIns="109728" anchor="t">
            <a:noAutofit/>
          </a:bodyPr>
          <a:lstStyle/>
          <a:p>
            <a:r>
              <a:rPr kumimoji="1" lang="ja-JP" altLang="en-US" sz="2200">
                <a:solidFill>
                  <a:srgbClr val="44546A"/>
                </a:solidFill>
              </a:rPr>
              <a:t>{{CUSTOMER}} 御中</a:t>
            </a:r>
          </a:p>
          <a:p>
            <a:r>
              <a:rPr kumimoji="1" lang="ja-JP" altLang="en-US" sz="2200">
                <a:solidFill>
                  <a:srgbClr val="44546A"/>
                </a:solidFill>
              </a:rPr>
              <a:t>{{SYSTEM}}向け</a:t>
            </a:r>
          </a:p>
          <a:p>
            <a:r>
              <a:rPr kumimoji="1" lang="en-US" altLang="ja-JP" sz="2200">
                <a:solidFill>
                  <a:srgbClr val="44546A"/>
                </a:solidFill>
              </a:rPr>
              <a:t>Azure </a:t>
            </a:r>
            <a:r>
              <a:rPr kumimoji="1" lang="ja-JP" altLang="en-US" sz="2200">
                <a:solidFill>
                  <a:srgbClr val="44546A"/>
                </a:solidFill>
              </a:rPr>
              <a:t>アップデート情報</a:t>
            </a:r>
            <a:endParaRPr kumimoji="1" lang="en-US" altLang="ja-JP" sz="2200" dirty="0">
              <a:solidFill>
                <a:srgbClr val="44546A"/>
              </a:solidFill>
            </a:endParaRPr>
          </a:p>
        </p:txBody>
      </p:sp>
      <p:sp>
        <p:nvSpPr>
          <p:cNvPr id="6" name="テキスト プレースホルダー 5">
            <a:extLst>
              <a:ext uri="{FF2B5EF4-FFF2-40B4-BE49-F238E27FC236}">
                <a16:creationId xmlns:a16="http://schemas.microsoft.com/office/drawing/2014/main" id="{F6D7E7ED-9461-36D4-CB83-3047113FA55C}"/>
              </a:ext>
            </a:extLst>
          </p:cNvPr>
          <p:cNvSpPr>
            <a:spLocks noGrp="1"/>
          </p:cNvSpPr>
          <p:nvPr>
            <p:ph type="body" sz="quarter" idx="13"/>
          </p:nvPr>
        </p:nvSpPr>
        <p:spPr/>
        <p:txBody>
          <a:bodyPr/>
          <a:lstStyle/>
          <a:p>
            <a:endParaRPr kumimoji="1" lang="ja-JP" altLang="en-US"/>
          </a:p>
        </p:txBody>
      </p:sp>
      <p:sp>
        <p:nvSpPr>
          <p:cNvPr id="7" name="テキスト プレースホルダー 6">
            <a:extLst>
              <a:ext uri="{FF2B5EF4-FFF2-40B4-BE49-F238E27FC236}">
                <a16:creationId xmlns:a16="http://schemas.microsoft.com/office/drawing/2014/main" id="{CEBFE6EF-CB0C-12AF-1E71-026DEDC8CD66}"/>
              </a:ext>
            </a:extLst>
          </p:cNvPr>
          <p:cNvSpPr>
            <a:spLocks noGrp="1"/>
          </p:cNvSpPr>
          <p:nvPr>
            <p:ph type="body" sz="quarter" idx="14"/>
          </p:nvPr>
        </p:nvSpPr>
        <p:spPr/>
        <p:txBody>
          <a:bodyPr/>
          <a:lstStyle/>
          <a:p>
            <a:r>
              <a:t>{{PUBLICATION_PERIOD}}</a:t>
            </a:r>
          </a:p>
        </p:txBody>
      </p:sp>
    </p:spTree>
    <p:extLst>
      <p:ext uri="{BB962C8B-B14F-4D97-AF65-F5344CB8AC3E}">
        <p14:creationId xmlns:p14="http://schemas.microsoft.com/office/powerpoint/2010/main" val="1725546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p:cNvSpPr>
            <a:spLocks noGrp="1"/>
          </p:cNvSpPr>
          <p:nvPr>
            <p:ph type="title" idx="11"/>
          </p:nvPr>
        </p:nvSpPr>
        <p:spPr/>
        <p:txBody>
          <a:bodyPr>
            <a:normAutofit/>
          </a:bodyPr>
          <a:lstStyle/>
          <a:p>
            <a:r>
              <a:rPr kumimoji="1" lang="en-US" altLang="ja-JP" sz="4600" b="1">
                <a:solidFill>
                  <a:srgbClr val="173A39"/>
                </a:solidFill>
              </a:rPr>
              <a:t>Azure New Topics</a:t>
            </a:r>
            <a:br>
              <a:rPr kumimoji="1" lang="en-US" altLang="ja-JP" sz="4600" b="1">
                <a:solidFill>
                  <a:srgbClr val="173A39"/>
                </a:solidFill>
              </a:rPr>
            </a:br>
            <a:r>
              <a:rPr kumimoji="1" lang="en-US" altLang="ja-JP" sz="4600" b="1">
                <a:solidFill>
                  <a:srgbClr val="173A39"/>
                </a:solidFill>
              </a:rPr>
              <a:t>Weekly Update</a:t>
            </a:r>
            <a:endParaRPr kumimoji="1" lang="ja-JP" altLang="en-US" sz="4600" b="1">
              <a:solidFill>
                <a:srgbClr val="173A39"/>
              </a:solidFill>
            </a:endParaRPr>
          </a:p>
        </p:txBody>
      </p:sp>
      <p:sp>
        <p:nvSpPr>
          <p:cNvPr id="3" name="テキスト プレースホルダー 2"/>
          <p:cNvSpPr>
            <a:spLocks noGrp="1"/>
          </p:cNvSpPr>
          <p:nvPr>
            <p:ph type="body" sz="quarter" idx="12"/>
          </p:nvPr>
        </p:nvSpPr>
        <p:spPr/>
        <p:txBody>
          <a:bodyPr lIns="146304" tIns="109728" rIns="146304" bIns="109728" anchor="t">
            <a:noAutofit/>
          </a:bodyPr>
          <a:lstStyle/>
          <a:p>
            <a:r>
              <a:rPr kumimoji="1" lang="ja-JP" altLang="en-US" sz="2200">
                <a:solidFill>
                  <a:srgbClr val="3C5A58"/>
                </a:solidFill>
              </a:rPr>
              <a:t>{{CUSTOMER}} 御中</a:t>
            </a:r>
          </a:p>
          <a:p>
            <a:r>
              <a:rPr kumimoji="1" lang="ja-JP" altLang="en-US" sz="2200">
                <a:solidFill>
                  <a:srgbClr val="3C5A58"/>
                </a:solidFill>
              </a:rPr>
              <a:t>{{SYSTEM}}向け</a:t>
            </a:r>
          </a:p>
          <a:p>
            <a:r>
              <a:rPr kumimoji="1" lang="en-US" altLang="ja-JP" sz="2200">
                <a:solidFill>
                  <a:srgbClr val="3C5A58"/>
                </a:solidFill>
              </a:rPr>
              <a:t>Azure </a:t>
            </a:r>
            <a:r>
              <a:rPr kumimoji="1" lang="ja-JP" altLang="en-US" sz="2200">
                <a:solidFill>
                  <a:srgbClr val="3C5A58"/>
                </a:solidFill>
              </a:rPr>
              <a:t>アップデート情報</a:t>
            </a:r>
            <a:endParaRPr kumimoji="1" lang="en-US" altLang="ja-JP" sz="2200" dirty="0">
              <a:solidFill>
                <a:srgbClr val="3C5A58"/>
              </a:solidFill>
            </a:endParaRPr>
          </a:p>
        </p:txBody>
      </p:sp>
      <p:sp>
        <p:nvSpPr>
          <p:cNvPr id="6" name="テキスト プレースホルダー 5">
            <a:extLst>
              <a:ext uri="{FF2B5EF4-FFF2-40B4-BE49-F238E27FC236}">
                <a16:creationId xmlns:a16="http://schemas.microsoft.com/office/drawing/2014/main" id="{4FF2CE25-5566-A0AD-3734-EEFE3B6A91CF}"/>
              </a:ext>
            </a:extLst>
          </p:cNvPr>
          <p:cNvSpPr>
            <a:spLocks noGrp="1"/>
          </p:cNvSpPr>
          <p:nvPr>
            <p:ph type="body" sz="quarter" idx="13"/>
          </p:nvPr>
        </p:nvSpPr>
        <p:spPr/>
        <p:txBody>
          <a:bodyPr/>
          <a:lstStyle/>
          <a:p>
            <a:endParaRPr kumimoji="1" lang="ja-JP" altLang="en-US"/>
          </a:p>
        </p:txBody>
      </p:sp>
      <p:sp>
        <p:nvSpPr>
          <p:cNvPr id="7" name="テキスト プレースホルダー 6">
            <a:extLst>
              <a:ext uri="{FF2B5EF4-FFF2-40B4-BE49-F238E27FC236}">
                <a16:creationId xmlns:a16="http://schemas.microsoft.com/office/drawing/2014/main" id="{F1DD45DA-75C9-64F3-DF34-4B54A30F8903}"/>
              </a:ext>
            </a:extLst>
          </p:cNvPr>
          <p:cNvSpPr>
            <a:spLocks noGrp="1"/>
          </p:cNvSpPr>
          <p:nvPr>
            <p:ph type="body" sz="quarter" idx="14"/>
          </p:nvPr>
        </p:nvSpPr>
        <p:spPr/>
        <p:txBody>
          <a:bodyPr/>
          <a:lstStyle/>
          <a:p>
            <a:r>
              <a:t>{{PUBLICATION_PERIOD}}</a:t>
            </a:r>
          </a:p>
        </p:txBody>
      </p:sp>
    </p:spTree>
    <p:extLst>
      <p:ext uri="{BB962C8B-B14F-4D97-AF65-F5344CB8AC3E}">
        <p14:creationId xmlns:p14="http://schemas.microsoft.com/office/powerpoint/2010/main" val="2678703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25BC48-9427-0E23-EBD1-A9478ECA2D05}"/>
              </a:ext>
            </a:extLst>
          </p:cNvPr>
          <p:cNvSpPr>
            <a:spLocks noGrp="1"/>
          </p:cNvSpPr>
          <p:nvPr>
            <p:ph type="title" idx="12"/>
          </p:nvPr>
        </p:nvSpPr>
        <p:spPr/>
        <p:txBody>
          <a:bodyPr>
            <a:noAutofit/>
          </a:bodyPr>
          <a:lstStyle/>
          <a:p>
            <a:r>
              <a:rPr kumimoji="1" lang="en-US" altLang="ja-JP" sz="2800" dirty="0"/>
              <a:t>Weekly News Topics </a:t>
            </a:r>
            <a:r>
              <a:rPr kumimoji="1" lang="ja-JP" altLang="en-US" sz="2800" dirty="0"/>
              <a:t>サマリ</a:t>
            </a:r>
          </a:p>
        </p:txBody>
      </p:sp>
      <p:sp>
        <p:nvSpPr>
          <p:cNvPr id="4" name="コンテンツ プレースホルダー 3">
            <a:extLst>
              <a:ext uri="{FF2B5EF4-FFF2-40B4-BE49-F238E27FC236}">
                <a16:creationId xmlns:a16="http://schemas.microsoft.com/office/drawing/2014/main" id="{B7BA27A1-733C-3594-87F3-D393895DFDAD}"/>
              </a:ext>
            </a:extLst>
          </p:cNvPr>
          <p:cNvSpPr>
            <a:spLocks noGrp="1"/>
          </p:cNvSpPr>
          <p:nvPr>
            <p:ph sz="quarter" idx="13"/>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54295C55-5BF1-EEBC-1EF0-EEEF740DF976}"/>
              </a:ext>
              <a:ext uri="{C183D7F6-B498-43B3-948B-1728B52AA6E4}">
                <adec:decorative xmlns:adec="http://schemas.microsoft.com/office/drawing/2017/decorative" val="1"/>
              </a:ext>
            </a:extLst>
          </p:cNvPr>
          <p:cNvSpPr txBox="1"/>
          <p:nvPr/>
        </p:nvSpPr>
        <p:spPr>
          <a:xfrm>
            <a:off x="66675" y="458393"/>
            <a:ext cx="12058585" cy="5929707"/>
          </a:xfrm>
          <a:prstGeom prst="rect">
            <a:avLst/>
          </a:prstGeom>
        </p:spPr>
        <p:txBody>
          <a:bodyPr rtlCol="0">
            <a:normAutofit/>
          </a:bodyPr>
          <a:lstStyle/>
          <a:p>
            <a:pPr>
              <a:spcAft>
                <a:spcPts val="200"/>
              </a:spcAft>
              <a:defRPr sz="900">
                <a:solidFill>
                  <a:srgbClr val="006400"/>
                </a:solidFill>
                <a:latin typeface="Meiryo UI"/>
              </a:defRPr>
            </a:pPr>
            <a:endParaRPr sz="2400" dirty="0">
              <a:solidFill>
                <a:schemeClr val="tx1">
                  <a:lumMod val="95000"/>
                  <a:lumOff val="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273597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85C6-B6E1-E79C-49D6-1FCF79114D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68E623-3CEA-8576-3433-8C1ED588422A}"/>
              </a:ext>
            </a:extLst>
          </p:cNvPr>
          <p:cNvSpPr>
            <a:spLocks noGrp="1"/>
          </p:cNvSpPr>
          <p:nvPr>
            <p:ph type="title" idx="12"/>
          </p:nvPr>
        </p:nvSpPr>
        <p:spPr/>
        <p:txBody>
          <a:bodyPr>
            <a:noAutofit/>
          </a:bodyPr>
          <a:lstStyle/>
          <a:p>
            <a:r>
              <a:rPr kumimoji="1" lang="ja-JP" altLang="en-US" dirty="0"/>
              <a:t>今週の</a:t>
            </a:r>
            <a:r>
              <a:rPr kumimoji="1" lang="en-US" altLang="ja-JP" dirty="0"/>
              <a:t>UPDATE</a:t>
            </a:r>
            <a:r>
              <a:rPr kumimoji="1" lang="ja-JP" altLang="en-US" dirty="0"/>
              <a:t> </a:t>
            </a:r>
            <a:r>
              <a:rPr kumimoji="1" lang="en-US" altLang="ja-JP" dirty="0"/>
              <a:t>Points</a:t>
            </a:r>
            <a:endParaRPr kumimoji="1" lang="ja-JP" altLang="en-US" dirty="0"/>
          </a:p>
        </p:txBody>
      </p:sp>
      <p:sp>
        <p:nvSpPr>
          <p:cNvPr id="5" name="コンテンツ プレースホルダー 4">
            <a:extLst>
              <a:ext uri="{FF2B5EF4-FFF2-40B4-BE49-F238E27FC236}">
                <a16:creationId xmlns:a16="http://schemas.microsoft.com/office/drawing/2014/main" id="{A2B77436-CB12-5223-D6E3-13D39776BFAD}"/>
              </a:ext>
            </a:extLst>
          </p:cNvPr>
          <p:cNvSpPr>
            <a:spLocks noGrp="1"/>
          </p:cNvSpPr>
          <p:nvPr>
            <p:ph sz="quarter" idx="13"/>
          </p:nvPr>
        </p:nvSpPr>
        <p:spPr/>
        <p:txBody>
          <a:bodyPr/>
          <a:lstStyle/>
          <a:p>
            <a:endParaRPr kumimoji="1" lang="ja-JP" altLang="en-US"/>
          </a:p>
        </p:txBody>
      </p:sp>
      <p:graphicFrame>
        <p:nvGraphicFramePr>
          <p:cNvPr id="4" name="表 3">
            <a:extLst>
              <a:ext uri="{FF2B5EF4-FFF2-40B4-BE49-F238E27FC236}">
                <a16:creationId xmlns:a16="http://schemas.microsoft.com/office/drawing/2014/main" id="{E83B98BE-3194-A27B-D789-AC161132D5AD}"/>
              </a:ext>
            </a:extLst>
          </p:cNvPr>
          <p:cNvGraphicFramePr>
            <a:graphicFrameLocks noGrp="1"/>
          </p:cNvGraphicFramePr>
          <p:nvPr>
            <p:extLst>
              <p:ext uri="{D42A27DB-BD31-4B8C-83A1-F6EECF244321}">
                <p14:modId xmlns:p14="http://schemas.microsoft.com/office/powerpoint/2010/main" val="740910018"/>
              </p:ext>
            </p:extLst>
          </p:nvPr>
        </p:nvGraphicFramePr>
        <p:xfrm>
          <a:off x="197643" y="635116"/>
          <a:ext cx="11796648" cy="2595880"/>
        </p:xfrm>
        <a:graphic>
          <a:graphicData uri="http://schemas.openxmlformats.org/drawingml/2006/table">
            <a:tbl>
              <a:tblPr firstRow="1" bandRow="1">
                <a:tableStyleId>{5C22544A-7EE6-4342-B048-85BDC9FD1C3A}</a:tableStyleId>
              </a:tblPr>
              <a:tblGrid>
                <a:gridCol w="386272">
                  <a:extLst>
                    <a:ext uri="{9D8B030D-6E8A-4147-A177-3AD203B41FA5}">
                      <a16:colId xmlns:a16="http://schemas.microsoft.com/office/drawing/2014/main" val="3956681927"/>
                    </a:ext>
                  </a:extLst>
                </a:gridCol>
                <a:gridCol w="1330995">
                  <a:extLst>
                    <a:ext uri="{9D8B030D-6E8A-4147-A177-3AD203B41FA5}">
                      <a16:colId xmlns:a16="http://schemas.microsoft.com/office/drawing/2014/main" val="1461931480"/>
                    </a:ext>
                  </a:extLst>
                </a:gridCol>
                <a:gridCol w="3197462">
                  <a:extLst>
                    <a:ext uri="{9D8B030D-6E8A-4147-A177-3AD203B41FA5}">
                      <a16:colId xmlns:a16="http://schemas.microsoft.com/office/drawing/2014/main" val="678636886"/>
                    </a:ext>
                  </a:extLst>
                </a:gridCol>
                <a:gridCol w="4832312">
                  <a:extLst>
                    <a:ext uri="{9D8B030D-6E8A-4147-A177-3AD203B41FA5}">
                      <a16:colId xmlns:a16="http://schemas.microsoft.com/office/drawing/2014/main" val="1647970718"/>
                    </a:ext>
                  </a:extLst>
                </a:gridCol>
                <a:gridCol w="2049607">
                  <a:extLst>
                    <a:ext uri="{9D8B030D-6E8A-4147-A177-3AD203B41FA5}">
                      <a16:colId xmlns:a16="http://schemas.microsoft.com/office/drawing/2014/main" val="1368296128"/>
                    </a:ext>
                  </a:extLst>
                </a:gridCol>
              </a:tblGrid>
              <a:tr h="370840">
                <a:tc>
                  <a:txBody>
                    <a:bodyPr/>
                    <a:lstStyle/>
                    <a:p>
                      <a:r>
                        <a:rPr kumimoji="1" lang="ja-JP" altLang="en-US" dirty="0"/>
                        <a:t>＃</a:t>
                      </a:r>
                    </a:p>
                  </a:txBody>
                  <a:tcPr/>
                </a:tc>
                <a:tc>
                  <a:txBody>
                    <a:bodyPr/>
                    <a:lstStyle/>
                    <a:p>
                      <a:r>
                        <a:rPr kumimoji="1" lang="ja-JP" altLang="en-US" dirty="0"/>
                        <a:t>キーワード</a:t>
                      </a:r>
                    </a:p>
                  </a:txBody>
                  <a:tcPr/>
                </a:tc>
                <a:tc>
                  <a:txBody>
                    <a:bodyPr/>
                    <a:lstStyle/>
                    <a:p>
                      <a:r>
                        <a:rPr kumimoji="1" lang="ja-JP" altLang="en-US"/>
                        <a:t>アップデート内容</a:t>
                      </a:r>
                      <a:endParaRPr kumimoji="1" lang="ja-JP" altLang="en-US" dirty="0"/>
                    </a:p>
                  </a:txBody>
                  <a:tcPr/>
                </a:tc>
                <a:tc>
                  <a:txBody>
                    <a:bodyPr/>
                    <a:lstStyle/>
                    <a:p>
                      <a:r>
                        <a:rPr kumimoji="1" lang="ja-JP" altLang="en-US"/>
                        <a:t>キーポイント</a:t>
                      </a:r>
                      <a:endParaRPr kumimoji="1" lang="ja-JP" altLang="en-US" dirty="0"/>
                    </a:p>
                  </a:txBody>
                  <a:tcPr/>
                </a:tc>
                <a:tc>
                  <a:txBody>
                    <a:bodyPr/>
                    <a:lstStyle/>
                    <a:p>
                      <a:r>
                        <a:rPr kumimoji="1" lang="ja-JP" altLang="en-US"/>
                        <a:t>リージョン対応状況</a:t>
                      </a:r>
                      <a:endParaRPr kumimoji="1" lang="ja-JP" altLang="en-US" dirty="0"/>
                    </a:p>
                  </a:txBody>
                  <a:tcPr/>
                </a:tc>
                <a:extLst>
                  <a:ext uri="{0D108BD9-81ED-4DB2-BD59-A6C34878D82A}">
                    <a16:rowId xmlns:a16="http://schemas.microsoft.com/office/drawing/2014/main" val="207484010"/>
                  </a:ext>
                </a:extLst>
              </a:tr>
              <a:tr h="370840">
                <a:tc>
                  <a:txBody>
                    <a:bodyPr/>
                    <a:lstStyle/>
                    <a:p>
                      <a:endParaRPr kumimoji="1" lang="ja-JP" altLang="en-US"/>
                    </a:p>
                  </a:txBody>
                  <a:tcPr/>
                </a:tc>
                <a:tc>
                  <a:txBody>
                    <a:bodyPr/>
                    <a:lstStyle/>
                    <a:p>
                      <a:endParaRPr kumimoji="1" lang="ja-JP" altLang="en-US" sz="1600" dirty="0"/>
                    </a:p>
                  </a:txBody>
                  <a:tcPr/>
                </a:tc>
                <a:tc>
                  <a:txBody>
                    <a:bodyPr/>
                    <a:lstStyle/>
                    <a:p>
                      <a:endParaRPr kumimoji="1" lang="ja-JP" altLang="en-US" sz="1600"/>
                    </a:p>
                  </a:txBody>
                  <a:tcPr/>
                </a:tc>
                <a:tc>
                  <a:txBody>
                    <a:bodyPr/>
                    <a:lstStyle/>
                    <a:p>
                      <a:endParaRPr kumimoji="1" lang="ja-JP" altLang="en-US" sz="1600" dirty="0"/>
                    </a:p>
                  </a:txBody>
                  <a:tcPr/>
                </a:tc>
                <a:tc>
                  <a:txBody>
                    <a:bodyPr/>
                    <a:lstStyle/>
                    <a:p>
                      <a:endParaRPr kumimoji="1" lang="ja-JP" altLang="en-US" sz="1600" dirty="0"/>
                    </a:p>
                  </a:txBody>
                  <a:tcPr/>
                </a:tc>
                <a:extLst>
                  <a:ext uri="{0D108BD9-81ED-4DB2-BD59-A6C34878D82A}">
                    <a16:rowId xmlns:a16="http://schemas.microsoft.com/office/drawing/2014/main" val="3995023593"/>
                  </a:ext>
                </a:extLst>
              </a:tr>
              <a:tr h="370840">
                <a:tc>
                  <a:txBody>
                    <a:bodyPr/>
                    <a:lstStyle/>
                    <a:p>
                      <a:endParaRPr kumimoji="1" lang="ja-JP" altLang="en-US"/>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a:p>
                  </a:txBody>
                  <a:tcPr/>
                </a:tc>
                <a:extLst>
                  <a:ext uri="{0D108BD9-81ED-4DB2-BD59-A6C34878D82A}">
                    <a16:rowId xmlns:a16="http://schemas.microsoft.com/office/drawing/2014/main" val="361550737"/>
                  </a:ext>
                </a:extLst>
              </a:tr>
              <a:tr h="370840">
                <a:tc>
                  <a:txBody>
                    <a:bodyPr/>
                    <a:lstStyle/>
                    <a:p>
                      <a:endParaRPr kumimoji="1" lang="ja-JP" altLang="en-US"/>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a:p>
                  </a:txBody>
                  <a:tcPr/>
                </a:tc>
                <a:extLst>
                  <a:ext uri="{0D108BD9-81ED-4DB2-BD59-A6C34878D82A}">
                    <a16:rowId xmlns:a16="http://schemas.microsoft.com/office/drawing/2014/main" val="3419332000"/>
                  </a:ext>
                </a:extLst>
              </a:tr>
              <a:tr h="370840">
                <a:tc>
                  <a:txBody>
                    <a:bodyPr/>
                    <a:lstStyle/>
                    <a:p>
                      <a:endParaRPr kumimoji="1" lang="ja-JP" altLang="en-US"/>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a:p>
                  </a:txBody>
                  <a:tcPr/>
                </a:tc>
                <a:extLst>
                  <a:ext uri="{0D108BD9-81ED-4DB2-BD59-A6C34878D82A}">
                    <a16:rowId xmlns:a16="http://schemas.microsoft.com/office/drawing/2014/main" val="656545112"/>
                  </a:ext>
                </a:extLst>
              </a:tr>
              <a:tr h="370840">
                <a:tc>
                  <a:txBody>
                    <a:bodyPr/>
                    <a:lstStyle/>
                    <a:p>
                      <a:endParaRPr kumimoji="1" lang="ja-JP" altLang="en-US"/>
                    </a:p>
                  </a:txBody>
                  <a:tcPr/>
                </a:tc>
                <a:tc>
                  <a:txBody>
                    <a:bodyPr/>
                    <a:lstStyle/>
                    <a:p>
                      <a:endParaRPr kumimoji="1" lang="ja-JP" altLang="en-US" sz="1600"/>
                    </a:p>
                  </a:txBody>
                  <a:tcPr/>
                </a:tc>
                <a:tc>
                  <a:txBody>
                    <a:bodyPr/>
                    <a:lstStyle/>
                    <a:p>
                      <a:endParaRPr kumimoji="1" lang="ja-JP" altLang="en-US" sz="1600" dirty="0"/>
                    </a:p>
                  </a:txBody>
                  <a:tcPr/>
                </a:tc>
                <a:tc>
                  <a:txBody>
                    <a:bodyPr/>
                    <a:lstStyle/>
                    <a:p>
                      <a:endParaRPr kumimoji="1" lang="ja-JP" altLang="en-US" sz="1600" dirty="0"/>
                    </a:p>
                  </a:txBody>
                  <a:tcPr/>
                </a:tc>
                <a:tc>
                  <a:txBody>
                    <a:bodyPr/>
                    <a:lstStyle/>
                    <a:p>
                      <a:endParaRPr kumimoji="1" lang="ja-JP" altLang="en-US" sz="1600" dirty="0"/>
                    </a:p>
                  </a:txBody>
                  <a:tcPr/>
                </a:tc>
                <a:extLst>
                  <a:ext uri="{0D108BD9-81ED-4DB2-BD59-A6C34878D82A}">
                    <a16:rowId xmlns:a16="http://schemas.microsoft.com/office/drawing/2014/main" val="267428000"/>
                  </a:ext>
                </a:extLst>
              </a:tr>
              <a:tr h="370840">
                <a:tc>
                  <a:txBody>
                    <a:bodyPr/>
                    <a:lstStyle/>
                    <a:p>
                      <a:endParaRPr kumimoji="1" lang="ja-JP" altLang="en-US"/>
                    </a:p>
                  </a:txBody>
                  <a:tcPr/>
                </a:tc>
                <a:tc>
                  <a:txBody>
                    <a:bodyPr/>
                    <a:lstStyle/>
                    <a:p>
                      <a:endParaRPr kumimoji="1" lang="ja-JP" altLang="en-US" sz="1600"/>
                    </a:p>
                  </a:txBody>
                  <a:tcPr/>
                </a:tc>
                <a:tc>
                  <a:txBody>
                    <a:bodyPr/>
                    <a:lstStyle/>
                    <a:p>
                      <a:endParaRPr kumimoji="1" lang="ja-JP" altLang="en-US" sz="1600"/>
                    </a:p>
                  </a:txBody>
                  <a:tcPr/>
                </a:tc>
                <a:tc>
                  <a:txBody>
                    <a:bodyPr/>
                    <a:lstStyle/>
                    <a:p>
                      <a:endParaRPr kumimoji="1" lang="ja-JP" altLang="en-US" sz="1600" dirty="0"/>
                    </a:p>
                  </a:txBody>
                  <a:tcPr/>
                </a:tc>
                <a:tc>
                  <a:txBody>
                    <a:bodyPr/>
                    <a:lstStyle/>
                    <a:p>
                      <a:endParaRPr kumimoji="1" lang="ja-JP" altLang="en-US" sz="1600" dirty="0"/>
                    </a:p>
                  </a:txBody>
                  <a:tcPr/>
                </a:tc>
                <a:extLst>
                  <a:ext uri="{0D108BD9-81ED-4DB2-BD59-A6C34878D82A}">
                    <a16:rowId xmlns:a16="http://schemas.microsoft.com/office/drawing/2014/main" val="2675418492"/>
                  </a:ext>
                </a:extLst>
              </a:tr>
            </a:tbl>
          </a:graphicData>
        </a:graphic>
      </p:graphicFrame>
    </p:spTree>
    <p:extLst>
      <p:ext uri="{BB962C8B-B14F-4D97-AF65-F5344CB8AC3E}">
        <p14:creationId xmlns:p14="http://schemas.microsoft.com/office/powerpoint/2010/main" val="614179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587FFA-B2C4-BE35-B8CE-146ED80FF6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3E7B69-8828-C42E-D852-698DE0688829}"/>
              </a:ext>
            </a:extLst>
          </p:cNvPr>
          <p:cNvSpPr>
            <a:spLocks noGrp="1"/>
          </p:cNvSpPr>
          <p:nvPr>
            <p:ph type="title" idx="12"/>
          </p:nvPr>
        </p:nvSpPr>
        <p:spPr/>
        <p:txBody>
          <a:bodyPr/>
          <a:lstStyle/>
          <a:p>
            <a:r>
              <a:rPr sz="2400"/>
              <a:t>{{【ラベル】アップデートタイトル}}</a:t>
            </a:r>
            <a:endParaRPr kumimoji="1" lang="ja-JP" altLang="en-US"/>
          </a:p>
        </p:txBody>
      </p:sp>
      <p:sp>
        <p:nvSpPr>
          <p:cNvPr id="3" name="コンテンツ プレースホルダー 2">
            <a:extLst>
              <a:ext uri="{FF2B5EF4-FFF2-40B4-BE49-F238E27FC236}">
                <a16:creationId xmlns:a16="http://schemas.microsoft.com/office/drawing/2014/main" id="{AC8630DF-B874-120C-6F8A-18B8ACEF9765}"/>
              </a:ext>
            </a:extLst>
          </p:cNvPr>
          <p:cNvSpPr>
            <a:spLocks noGrp="1"/>
          </p:cNvSpPr>
          <p:nvPr>
            <p:ph sz="quarter" idx="13"/>
          </p:nvPr>
        </p:nvSpPr>
        <p:spPr>
          <a:prstGeom prst="rect">
            <a:avLst/>
          </a:prstGeom>
        </p:spPr>
        <p:txBody>
          <a:bodyPr/>
          <a:lstStyle/>
          <a:p>
            <a:r>
              <a:rPr kumimoji="1" lang="ja-JP" altLang="en-US"/>
              <a:t>対象：</a:t>
            </a:r>
            <a:r>
              <a:rPr kumimoji="1" lang="en-US" altLang="ja-JP"/>
              <a:t>{{</a:t>
            </a:r>
            <a:r>
              <a:rPr kumimoji="1" lang="ja-JP" altLang="en-US"/>
              <a:t>対象サービス</a:t>
            </a:r>
            <a:r>
              <a:rPr kumimoji="1" lang="en-US" altLang="ja-JP"/>
              <a:t>}}</a:t>
            </a:r>
          </a:p>
          <a:p>
            <a:r>
              <a:rPr kumimoji="1" lang="ja-JP" altLang="en-US"/>
              <a:t>仕組み：</a:t>
            </a:r>
            <a:r>
              <a:rPr kumimoji="1" lang="en-US" altLang="ja-JP"/>
              <a:t>{{</a:t>
            </a:r>
            <a:r>
              <a:rPr kumimoji="1" lang="ja-JP" altLang="en-US"/>
              <a:t>仕組み・基礎</a:t>
            </a:r>
            <a:r>
              <a:rPr kumimoji="1" lang="en-US" altLang="ja-JP"/>
              <a:t>}}</a:t>
            </a:r>
          </a:p>
          <a:p>
            <a:r>
              <a:rPr kumimoji="1" lang="ja-JP" altLang="en-US"/>
              <a:t>これまで：</a:t>
            </a:r>
            <a:r>
              <a:rPr kumimoji="1" lang="en-US" altLang="ja-JP"/>
              <a:t>{{</a:t>
            </a:r>
            <a:r>
              <a:rPr kumimoji="1" lang="ja-JP" altLang="en-US"/>
              <a:t>従来の制約</a:t>
            </a:r>
            <a:r>
              <a:rPr kumimoji="1" lang="en-US" altLang="ja-JP"/>
              <a:t>}}</a:t>
            </a:r>
          </a:p>
          <a:p>
            <a:r>
              <a:rPr kumimoji="1" lang="ja-JP" altLang="en-US"/>
              <a:t>今後：</a:t>
            </a:r>
            <a:r>
              <a:rPr kumimoji="1" lang="en-US" altLang="ja-JP"/>
              <a:t>{{</a:t>
            </a:r>
            <a:r>
              <a:rPr kumimoji="1" lang="ja-JP" altLang="en-US"/>
              <a:t>本アップデートの変更点</a:t>
            </a:r>
            <a:r>
              <a:rPr kumimoji="1" lang="en-US" altLang="ja-JP"/>
              <a:t>}}</a:t>
            </a:r>
          </a:p>
          <a:p>
            <a:r>
              <a:rPr kumimoji="1" lang="ja-JP" altLang="en-US"/>
              <a:t>お客様にとっての価値：</a:t>
            </a:r>
            <a:r>
              <a:rPr kumimoji="1" lang="en-US" altLang="ja-JP"/>
              <a:t>{{</a:t>
            </a:r>
            <a:r>
              <a:rPr kumimoji="1" lang="ja-JP" altLang="en-US"/>
              <a:t>価値・シナリオ</a:t>
            </a:r>
            <a:r>
              <a:rPr kumimoji="1" lang="en-US" altLang="ja-JP"/>
              <a:t>}}</a:t>
            </a:r>
          </a:p>
          <a:p>
            <a:r>
              <a:rPr kumimoji="1" lang="ja-JP" altLang="en-US"/>
              <a:t>課金：</a:t>
            </a:r>
            <a:r>
              <a:rPr kumimoji="1" lang="en-US" altLang="ja-JP"/>
              <a:t>{{</a:t>
            </a:r>
            <a:r>
              <a:rPr kumimoji="1" lang="ja-JP" altLang="en-US"/>
              <a:t>課金影響</a:t>
            </a:r>
            <a:r>
              <a:rPr kumimoji="1" lang="en-US" altLang="ja-JP"/>
              <a:t>}}</a:t>
            </a:r>
            <a:r>
              <a:rPr kumimoji="1" lang="ja-JP" altLang="en-US"/>
              <a:t>　</a:t>
            </a:r>
            <a:r>
              <a:rPr kumimoji="1" lang="en-US" altLang="ja-JP"/>
              <a:t>/</a:t>
            </a:r>
            <a:r>
              <a:rPr kumimoji="1" lang="ja-JP" altLang="en-US"/>
              <a:t>　日本リージョン：</a:t>
            </a:r>
            <a:r>
              <a:rPr kumimoji="1" lang="en-US" altLang="ja-JP"/>
              <a:t>{{</a:t>
            </a:r>
            <a:r>
              <a:rPr kumimoji="1" lang="ja-JP" altLang="en-US"/>
              <a:t>リージョン状況</a:t>
            </a:r>
            <a:r>
              <a:rPr kumimoji="1" lang="en-US" altLang="ja-JP"/>
              <a:t>}}</a:t>
            </a:r>
          </a:p>
          <a:p>
            <a:r>
              <a:rPr kumimoji="1" lang="ja-JP" altLang="en-US"/>
              <a:t>詳細はこちらをご参照ください。（参考：</a:t>
            </a:r>
            <a:r>
              <a:rPr kumimoji="1" lang="en-US" altLang="ja-JP"/>
              <a:t>{{https://azure.microsoft.com/ja-jp/updates?id=XXXXXX}}</a:t>
            </a:r>
            <a:r>
              <a:rPr kumimoji="1" lang="ja-JP" altLang="en-US"/>
              <a:t>）</a:t>
            </a:r>
          </a:p>
        </p:txBody>
      </p:sp>
      <p:sp>
        <p:nvSpPr>
          <p:cNvPr id="8" name="RegionStamp_JapanBoth">
            <a:extLst>
              <a:ext uri="{FF2B5EF4-FFF2-40B4-BE49-F238E27FC236}">
                <a16:creationId xmlns:a16="http://schemas.microsoft.com/office/drawing/2014/main" id="{C27AD692-C246-DD83-1A93-CCA70A0F00A5}"/>
              </a:ext>
            </a:extLst>
          </p:cNvPr>
          <p:cNvSpPr/>
          <p:nvPr/>
        </p:nvSpPr>
        <p:spPr>
          <a:xfrm>
            <a:off x="9715500" y="6286500"/>
            <a:ext cx="2286000" cy="381000"/>
          </a:xfrm>
          <a:prstGeom prst="roundRect">
            <a:avLst/>
          </a:prstGeom>
          <a:solidFill>
            <a:srgbClr val="D478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a:solidFill>
                  <a:srgbClr val="FFFFFF"/>
                </a:solidFill>
                <a:latin typeface="BIZ UDPゴシック" panose="020B0400000000000000" pitchFamily="50" charset="-128"/>
                <a:ea typeface="BIZ UDPゴシック" panose="020B0400000000000000" pitchFamily="50" charset="-128"/>
              </a:rPr>
              <a:t>Japan East / West </a:t>
            </a:r>
            <a:r>
              <a:rPr kumimoji="1" lang="ja-JP" altLang="en-US" sz="1400" b="1">
                <a:solidFill>
                  <a:srgbClr val="FFFFFF"/>
                </a:solidFill>
                <a:latin typeface="BIZ UDPゴシック" panose="020B0400000000000000" pitchFamily="50" charset="-128"/>
                <a:ea typeface="BIZ UDPゴシック" panose="020B0400000000000000" pitchFamily="50" charset="-128"/>
              </a:rPr>
              <a:t>対応</a:t>
            </a:r>
          </a:p>
        </p:txBody>
      </p:sp>
      <p:sp>
        <p:nvSpPr>
          <p:cNvPr id="9" name="RegionStamp_JapanEastOnly">
            <a:extLst>
              <a:ext uri="{FF2B5EF4-FFF2-40B4-BE49-F238E27FC236}">
                <a16:creationId xmlns:a16="http://schemas.microsoft.com/office/drawing/2014/main" id="{45C97C1D-A551-A42B-D2B2-9F91D927910B}"/>
              </a:ext>
            </a:extLst>
          </p:cNvPr>
          <p:cNvSpPr/>
          <p:nvPr/>
        </p:nvSpPr>
        <p:spPr>
          <a:xfrm>
            <a:off x="7366000" y="6286500"/>
            <a:ext cx="2286000" cy="381000"/>
          </a:xfrm>
          <a:prstGeom prst="roundRect">
            <a:avLst/>
          </a:prstGeom>
          <a:solidFill>
            <a:srgbClr val="00B9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FFFF"/>
                </a:solidFill>
                <a:latin typeface="BIZ UDPゴシック" panose="020B0400000000000000" pitchFamily="50" charset="-128"/>
                <a:ea typeface="BIZ UDPゴシック" panose="020B0400000000000000" pitchFamily="50" charset="-128"/>
              </a:rPr>
              <a:t>Japan East </a:t>
            </a:r>
            <a:r>
              <a:rPr kumimoji="1" lang="ja-JP" altLang="en-US" sz="1600" b="1" dirty="0">
                <a:solidFill>
                  <a:srgbClr val="FFFFFF"/>
                </a:solidFill>
                <a:latin typeface="BIZ UDPゴシック" panose="020B0400000000000000" pitchFamily="50" charset="-128"/>
                <a:ea typeface="BIZ UDPゴシック" panose="020B0400000000000000" pitchFamily="50" charset="-128"/>
              </a:rPr>
              <a:t>のみ対応</a:t>
            </a:r>
          </a:p>
        </p:txBody>
      </p:sp>
      <p:sp>
        <p:nvSpPr>
          <p:cNvPr id="10" name="RegionStamp_JapanWestOnly">
            <a:extLst>
              <a:ext uri="{FF2B5EF4-FFF2-40B4-BE49-F238E27FC236}">
                <a16:creationId xmlns:a16="http://schemas.microsoft.com/office/drawing/2014/main" id="{D8C28D5A-356B-64DF-54E9-09581F7D422C}"/>
              </a:ext>
            </a:extLst>
          </p:cNvPr>
          <p:cNvSpPr/>
          <p:nvPr/>
        </p:nvSpPr>
        <p:spPr>
          <a:xfrm>
            <a:off x="5016500" y="6286500"/>
            <a:ext cx="2286000" cy="381000"/>
          </a:xfrm>
          <a:prstGeom prst="roundRect">
            <a:avLst/>
          </a:prstGeom>
          <a:solidFill>
            <a:srgbClr val="00B9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FFFF"/>
                </a:solidFill>
                <a:latin typeface="BIZ UDPゴシック" panose="020B0400000000000000" pitchFamily="50" charset="-128"/>
                <a:ea typeface="BIZ UDPゴシック" panose="020B0400000000000000" pitchFamily="50" charset="-128"/>
              </a:rPr>
              <a:t>Japan West </a:t>
            </a:r>
            <a:r>
              <a:rPr kumimoji="1" lang="ja-JP" altLang="en-US" sz="1600" b="1" dirty="0">
                <a:solidFill>
                  <a:srgbClr val="FFFFFF"/>
                </a:solidFill>
                <a:latin typeface="BIZ UDPゴシック" panose="020B0400000000000000" pitchFamily="50" charset="-128"/>
                <a:ea typeface="BIZ UDPゴシック" panose="020B0400000000000000" pitchFamily="50" charset="-128"/>
              </a:rPr>
              <a:t>のみ対応</a:t>
            </a:r>
          </a:p>
        </p:txBody>
      </p:sp>
      <p:sp>
        <p:nvSpPr>
          <p:cNvPr id="11" name="RegionStamp_JapanNone">
            <a:extLst>
              <a:ext uri="{FF2B5EF4-FFF2-40B4-BE49-F238E27FC236}">
                <a16:creationId xmlns:a16="http://schemas.microsoft.com/office/drawing/2014/main" id="{FB307C80-B22C-1CA3-1090-141A229A4526}"/>
              </a:ext>
            </a:extLst>
          </p:cNvPr>
          <p:cNvSpPr/>
          <p:nvPr/>
        </p:nvSpPr>
        <p:spPr>
          <a:xfrm>
            <a:off x="2667000" y="6286500"/>
            <a:ext cx="2286000" cy="381000"/>
          </a:xfrm>
          <a:prstGeom prst="roundRect">
            <a:avLst/>
          </a:prstGeom>
          <a:solidFill>
            <a:srgbClr val="3834D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srgbClr val="FFFFFF"/>
                </a:solidFill>
                <a:latin typeface="BIZ UDPゴシック" panose="020B0400000000000000" pitchFamily="50" charset="-128"/>
                <a:ea typeface="BIZ UDPゴシック" panose="020B0400000000000000" pitchFamily="50" charset="-128"/>
              </a:rPr>
              <a:t>日本リージョン未対応</a:t>
            </a:r>
          </a:p>
        </p:txBody>
      </p:sp>
      <p:sp>
        <p:nvSpPr>
          <p:cNvPr id="12" name="RegionStamp_Global">
            <a:extLst>
              <a:ext uri="{FF2B5EF4-FFF2-40B4-BE49-F238E27FC236}">
                <a16:creationId xmlns:a16="http://schemas.microsoft.com/office/drawing/2014/main" id="{C8F34355-FC27-BCA9-E778-CDDBF312FBB1}"/>
              </a:ext>
            </a:extLst>
          </p:cNvPr>
          <p:cNvSpPr/>
          <p:nvPr/>
        </p:nvSpPr>
        <p:spPr>
          <a:xfrm>
            <a:off x="317500" y="6286500"/>
            <a:ext cx="2286000" cy="381000"/>
          </a:xfrm>
          <a:prstGeom prst="roundRect">
            <a:avLst/>
          </a:prstGeom>
          <a:solidFill>
            <a:srgbClr val="107C1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srgbClr val="FFFFFF"/>
                </a:solidFill>
                <a:latin typeface="BIZ UDPゴシック" panose="020B0400000000000000" pitchFamily="50" charset="-128"/>
                <a:ea typeface="BIZ UDPゴシック" panose="020B0400000000000000" pitchFamily="50" charset="-128"/>
              </a:rPr>
              <a:t>グローバル</a:t>
            </a:r>
          </a:p>
        </p:txBody>
      </p:sp>
    </p:spTree>
    <p:extLst>
      <p:ext uri="{BB962C8B-B14F-4D97-AF65-F5344CB8AC3E}">
        <p14:creationId xmlns:p14="http://schemas.microsoft.com/office/powerpoint/2010/main" val="2633681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Ending - Indigo Amber">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1F865C1-44D2-3F8A-A656-90ADCC7BE1D7}"/>
              </a:ext>
            </a:extLst>
          </p:cNvPr>
          <p:cNvSpPr>
            <a:spLocks noGrp="1"/>
          </p:cNvSpPr>
          <p:nvPr>
            <p:ph type="body" sz="quarter" idx="10"/>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1CB1CE41-BCB7-AF4A-9406-ABA2B525D32B}"/>
              </a:ext>
            </a:extLst>
          </p:cNvPr>
          <p:cNvSpPr>
            <a:spLocks noGrp="1"/>
          </p:cNvSpPr>
          <p:nvPr>
            <p:ph type="body" sz="quarter" idx="11"/>
          </p:nvPr>
        </p:nvSpPr>
        <p:spPr/>
        <p:txBody>
          <a:bodyPr/>
          <a:lstStyle/>
          <a:p>
            <a:endParaRPr kumimoji="1" lang="ja-JP" altLang="en-US"/>
          </a:p>
        </p:txBody>
      </p:sp>
    </p:spTree>
    <p:extLst>
      <p:ext uri="{BB962C8B-B14F-4D97-AF65-F5344CB8AC3E}">
        <p14:creationId xmlns:p14="http://schemas.microsoft.com/office/powerpoint/2010/main" val="390027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Ending - Azure Blue">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FB7B9E2-1B0D-AC31-445D-D178E404A173}"/>
              </a:ext>
            </a:extLst>
          </p:cNvPr>
          <p:cNvSpPr>
            <a:spLocks noGrp="1"/>
          </p:cNvSpPr>
          <p:nvPr>
            <p:ph type="body" sz="quarter" idx="10"/>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2E9256F4-85DC-9DA4-25F8-366826F96AF8}"/>
              </a:ext>
            </a:extLst>
          </p:cNvPr>
          <p:cNvSpPr>
            <a:spLocks noGrp="1"/>
          </p:cNvSpPr>
          <p:nvPr>
            <p:ph type="body" sz="quarter" idx="11"/>
          </p:nvPr>
        </p:nvSpPr>
        <p:spPr/>
        <p:txBody>
          <a:bodyPr/>
          <a:lstStyle/>
          <a:p>
            <a:endParaRPr kumimoji="1" lang="ja-JP" altLang="en-US"/>
          </a:p>
        </p:txBody>
      </p:sp>
    </p:spTree>
    <p:extLst>
      <p:ext uri="{BB962C8B-B14F-4D97-AF65-F5344CB8AC3E}">
        <p14:creationId xmlns:p14="http://schemas.microsoft.com/office/powerpoint/2010/main" val="1034600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Ending - Teal Fresh">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F484054-C03B-A000-0748-81E3E6E5A5AC}"/>
              </a:ext>
            </a:extLst>
          </p:cNvPr>
          <p:cNvSpPr>
            <a:spLocks noGrp="1"/>
          </p:cNvSpPr>
          <p:nvPr>
            <p:ph type="body" sz="quarter" idx="10"/>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07D720EB-6B74-4F40-CF17-B3430051845C}"/>
              </a:ext>
            </a:extLst>
          </p:cNvPr>
          <p:cNvSpPr>
            <a:spLocks noGrp="1"/>
          </p:cNvSpPr>
          <p:nvPr>
            <p:ph type="body" sz="quarter" idx="11"/>
          </p:nvPr>
        </p:nvSpPr>
        <p:spPr/>
        <p:txBody>
          <a:bodyPr/>
          <a:lstStyle/>
          <a:p>
            <a:endParaRPr kumimoji="1" lang="ja-JP" altLang="en-US"/>
          </a:p>
        </p:txBody>
      </p:sp>
    </p:spTree>
    <p:extLst>
      <p:ext uri="{BB962C8B-B14F-4D97-AF65-F5344CB8AC3E}">
        <p14:creationId xmlns:p14="http://schemas.microsoft.com/office/powerpoint/2010/main" val="486706361"/>
      </p:ext>
    </p:extLst>
  </p:cSld>
  <p:clrMapOvr>
    <a:masterClrMapping/>
  </p:clrMapOvr>
</p:sld>
</file>

<file path=ppt/theme/theme1.xml><?xml version="1.0" encoding="utf-8"?>
<a:theme xmlns:a="http://schemas.openxmlformats.org/drawingml/2006/main" name="Topics_Theme">
  <a:themeElements>
    <a:clrScheme name="Office">
      <a:dk1>
        <a:sysClr val="windowText" lastClr="000000"/>
      </a:dk1>
      <a:lt1>
        <a:sysClr val="window" lastClr="FFFFFF"/>
      </a:lt1>
      <a:dk2>
        <a:srgbClr val="44546A"/>
      </a:dk2>
      <a:lt2>
        <a:srgbClr val="E7E6E6"/>
      </a:lt2>
      <a:accent1>
        <a:srgbClr val="3B4C8A"/>
      </a:accent1>
      <a:accent2>
        <a:srgbClr val="F5A623"/>
      </a:accent2>
      <a:accent3>
        <a:srgbClr val="A5A5A5"/>
      </a:accent3>
      <a:accent4>
        <a:srgbClr val="FFC000"/>
      </a:accent4>
      <a:accent5>
        <a:srgbClr val="4472C4"/>
      </a:accent5>
      <a:accent6>
        <a:srgbClr val="70AD47"/>
      </a:accent6>
      <a:hlink>
        <a:srgbClr val="0563C1"/>
      </a:hlink>
      <a:folHlink>
        <a:srgbClr val="954F72"/>
      </a:folHlink>
    </a:clrScheme>
    <a:fontScheme name="MS Style Guide Fonts">
      <a:majorFont>
        <a:latin typeface="Segoe UI"/>
        <a:ea typeface="Yu Gothic UI"/>
        <a:cs typeface=""/>
      </a:majorFont>
      <a:minorFont>
        <a:latin typeface="Segoe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201806)_Azure_Weekly_NewTopics (2).potx" id="{626885FA-B79B-49AC-90F5-534C6E4E158F}" vid="{23804A8D-80D7-4E54-81EC-6B2FD77A53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553</TotalTime>
  <Words>732</Words>
  <Application>Microsoft Office PowerPoint</Application>
  <PresentationFormat>ワイド画面</PresentationFormat>
  <Paragraphs>48</Paragraphs>
  <Slides>9</Slides>
  <Notes>6</Notes>
  <HiddenSlides>5</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9</vt:i4>
      </vt:variant>
    </vt:vector>
  </HeadingPairs>
  <TitlesOfParts>
    <vt:vector size="18" baseType="lpstr">
      <vt:lpstr>BIZ UDPゴシック</vt:lpstr>
      <vt:lpstr>Yu Gothic UI</vt:lpstr>
      <vt:lpstr>Yu Gothic</vt:lpstr>
      <vt:lpstr>Yu Gothic</vt:lpstr>
      <vt:lpstr>Arial</vt:lpstr>
      <vt:lpstr>Segoe UI</vt:lpstr>
      <vt:lpstr>Segoe UI Semibold</vt:lpstr>
      <vt:lpstr>Wingdings</vt:lpstr>
      <vt:lpstr>Topics_Theme</vt:lpstr>
      <vt:lpstr>Azure New Topics Weekly Update</vt:lpstr>
      <vt:lpstr>Azure New Topics Weekly Update</vt:lpstr>
      <vt:lpstr>Azure New Topics Weekly Update</vt:lpstr>
      <vt:lpstr>Weekly News Topics サマリ</vt:lpstr>
      <vt:lpstr>今週のUPDATE Points</vt:lpstr>
      <vt:lpstr>{{【ラベル】アップデートタイトル}}</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New Topics</dc:title>
  <dc:subject/>
  <dc:creator/>
  <cp:lastModifiedBy/>
  <cp:revision/>
  <dcterms:created xsi:type="dcterms:W3CDTF">2018-05-31T01:26:02Z</dcterms:created>
  <dcterms:modified xsi:type="dcterms:W3CDTF">2026-07-05T19:26:57Z</dcterms:modified>
</cp:coreProperties>
</file>

<file path=docProps/custom.xml><?xml version="1.0" encoding="utf-8"?>
<Properties xmlns="http://schemas.openxmlformats.org/officeDocument/2006/custom-properties" xmlns:vt="http://schemas.openxmlformats.org/officeDocument/2006/docPropsVTypes"/>
</file>