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handoutMasterIdLst>
    <p:handoutMasterId r:id="rId10"/>
  </p:handoutMasterIdLst>
  <p:sldIdLst>
    <p:sldId id="364" r:id="rId2"/>
    <p:sldId id="2254" r:id="rId3"/>
    <p:sldId id="2255" r:id="rId4"/>
    <p:sldId id="2250" r:id="rId5"/>
    <p:sldId id="2253" r:id="rId6"/>
    <p:sldId id="2252" r:id="rId7"/>
    <p:sldId id="368" r:id="rId8"/>
  </p:sldIdLst>
  <p:sldSz cx="12192000" cy="6858000"/>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12362160-B840-463B-BDD8-8AC624F61C88}">
          <p14:sldIdLst>
            <p14:sldId id="364"/>
            <p14:sldId id="2254"/>
            <p14:sldId id="2255"/>
          </p14:sldIdLst>
        </p14:section>
        <p14:section name="サマリ" id="{BAC11F46-2201-4129-8F15-153F34618AA5}">
          <p14:sldIdLst>
            <p14:sldId id="2250"/>
          </p14:sldIdLst>
        </p14:section>
        <p14:section name="UPDATE Points" id="{EB960620-722C-4BDD-9BC0-0E74C803E315}">
          <p14:sldIdLst>
            <p14:sldId id="2253"/>
          </p14:sldIdLst>
        </p14:section>
        <p14:section name="Appendix" id="{5CC4B07D-77CC-42A1-A83E-672FBCFB0A8E}">
          <p14:sldIdLst>
            <p14:sldId id="2252"/>
            <p14:sldId id="368"/>
          </p14:sldIdLst>
        </p14:section>
        <p14:section name="Ending" id="{7FB61E70-6061-4DA1-8585-1004477898F0}">
          <p14:sldIdLst/>
        </p14:section>
      </p14:sectionLst>
    </p:ex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9200"/>
    <a:srgbClr val="EC2700"/>
    <a:srgbClr val="89C402"/>
    <a:srgbClr val="00ABEC"/>
    <a:srgbClr val="FFF2CC"/>
    <a:srgbClr val="AFABAB"/>
    <a:srgbClr val="FF66CC"/>
    <a:srgbClr val="00BCF2"/>
    <a:srgbClr val="CC66FF"/>
    <a:srgbClr val="0078D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84E427A-3D55-4303-BF80-6455036E1DE7}" styleName="テーマ スタイル 1 - アクセント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494" autoAdjust="0"/>
    <p:restoredTop sz="76335" autoAdjust="0"/>
  </p:normalViewPr>
  <p:slideViewPr>
    <p:cSldViewPr snapToGrid="0">
      <p:cViewPr varScale="1">
        <p:scale>
          <a:sx n="111" d="100"/>
          <a:sy n="111" d="100"/>
        </p:scale>
        <p:origin x="792" y="108"/>
      </p:cViewPr>
      <p:guideLst>
        <p:guide orient="horz" pos="2183"/>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sumi Yamamoto" userId="56ad09d3-0015-4845-9e7e-764f67d623d8" providerId="ADAL" clId="{3AD0E615-25BC-465B-92C0-7D5C430F80CC}"/>
    <pc:docChg chg="custSel addSld delSld modSld sldOrd modMainMaster addSection modSection">
      <pc:chgData name="Tatsumi Yamamoto" userId="56ad09d3-0015-4845-9e7e-764f67d623d8" providerId="ADAL" clId="{3AD0E615-25BC-465B-92C0-7D5C430F80CC}" dt="2026-07-03T13:54:32.959" v="2419" actId="1076"/>
      <pc:docMkLst>
        <pc:docMk/>
      </pc:docMkLst>
      <pc:sldChg chg="addSp delSp modSp mod modTransition">
        <pc:chgData name="Tatsumi Yamamoto" userId="56ad09d3-0015-4845-9e7e-764f67d623d8" providerId="ADAL" clId="{3AD0E615-25BC-465B-92C0-7D5C430F80CC}" dt="2026-07-03T07:48:10.052" v="2412"/>
        <pc:sldMkLst>
          <pc:docMk/>
          <pc:sldMk cId="2190255553" sldId="364"/>
        </pc:sldMkLst>
        <pc:spChg chg="mod">
          <ac:chgData name="Tatsumi Yamamoto" userId="56ad09d3-0015-4845-9e7e-764f67d623d8" providerId="ADAL" clId="{3AD0E615-25BC-465B-92C0-7D5C430F80CC}" dt="2026-07-03T07:48:10.052" v="2412"/>
          <ac:spMkLst>
            <pc:docMk/>
            <pc:sldMk cId="2190255553" sldId="364"/>
            <ac:spMk id="2" creationId="{00000000-0000-0000-0000-000000000000}"/>
          </ac:spMkLst>
        </pc:spChg>
        <pc:spChg chg="mod">
          <ac:chgData name="Tatsumi Yamamoto" userId="56ad09d3-0015-4845-9e7e-764f67d623d8" providerId="ADAL" clId="{3AD0E615-25BC-465B-92C0-7D5C430F80CC}" dt="2026-07-03T07:48:10.052" v="2412"/>
          <ac:spMkLst>
            <pc:docMk/>
            <pc:sldMk cId="2190255553" sldId="364"/>
            <ac:spMk id="3" creationId="{00000000-0000-0000-0000-000000000000}"/>
          </ac:spMkLst>
        </pc:spChg>
        <pc:spChg chg="add mod">
          <ac:chgData name="Tatsumi Yamamoto" userId="56ad09d3-0015-4845-9e7e-764f67d623d8" providerId="ADAL" clId="{3AD0E615-25BC-465B-92C0-7D5C430F80CC}" dt="2026-07-03T07:48:10.052" v="2412"/>
          <ac:spMkLst>
            <pc:docMk/>
            <pc:sldMk cId="2190255553" sldId="364"/>
            <ac:spMk id="4" creationId="{0F9F7457-5267-E6C2-696D-7F1AF2A25542}"/>
          </ac:spMkLst>
        </pc:spChg>
        <pc:spChg chg="add del mod">
          <ac:chgData name="Tatsumi Yamamoto" userId="56ad09d3-0015-4845-9e7e-764f67d623d8" providerId="ADAL" clId="{3AD0E615-25BC-465B-92C0-7D5C430F80CC}" dt="2026-07-03T07:39:51.991" v="2125"/>
          <ac:spMkLst>
            <pc:docMk/>
            <pc:sldMk cId="2190255553" sldId="364"/>
            <ac:spMk id="4" creationId="{61BF5EB3-AA59-2D9E-1DC7-BF72E393B327}"/>
          </ac:spMkLst>
        </pc:spChg>
        <pc:spChg chg="add del mod">
          <ac:chgData name="Tatsumi Yamamoto" userId="56ad09d3-0015-4845-9e7e-764f67d623d8" providerId="ADAL" clId="{3AD0E615-25BC-465B-92C0-7D5C430F80CC}" dt="2026-07-03T07:48:10.052" v="2412"/>
          <ac:spMkLst>
            <pc:docMk/>
            <pc:sldMk cId="2190255553" sldId="364"/>
            <ac:spMk id="5" creationId="{B2ADE716-4B6D-A359-3B49-8438E9A9D746}"/>
          </ac:spMkLst>
        </pc:spChg>
        <pc:spChg chg="add del mod">
          <ac:chgData name="Tatsumi Yamamoto" userId="56ad09d3-0015-4845-9e7e-764f67d623d8" providerId="ADAL" clId="{3AD0E615-25BC-465B-92C0-7D5C430F80CC}" dt="2026-07-03T07:48:10.052" v="2412"/>
          <ac:spMkLst>
            <pc:docMk/>
            <pc:sldMk cId="2190255553" sldId="364"/>
            <ac:spMk id="6" creationId="{13BC79B8-6089-BFE0-FE9E-BB65B575E9AB}"/>
          </ac:spMkLst>
        </pc:spChg>
        <pc:spChg chg="add mod">
          <ac:chgData name="Tatsumi Yamamoto" userId="56ad09d3-0015-4845-9e7e-764f67d623d8" providerId="ADAL" clId="{3AD0E615-25BC-465B-92C0-7D5C430F80CC}" dt="2026-07-03T07:48:10.052" v="2412"/>
          <ac:spMkLst>
            <pc:docMk/>
            <pc:sldMk cId="2190255553" sldId="364"/>
            <ac:spMk id="7" creationId="{8C8A2685-EB9E-127E-BC7A-AED78AD77A43}"/>
          </ac:spMkLst>
        </pc:spChg>
        <pc:spChg chg="add del mod">
          <ac:chgData name="Tatsumi Yamamoto" userId="56ad09d3-0015-4845-9e7e-764f67d623d8" providerId="ADAL" clId="{3AD0E615-25BC-465B-92C0-7D5C430F80CC}" dt="2026-07-03T05:19:08.292" v="1003"/>
          <ac:spMkLst>
            <pc:docMk/>
            <pc:sldMk cId="2190255553" sldId="364"/>
            <ac:spMk id="14" creationId="{01F6C44B-14DE-716F-714A-6E60BBD88D9D}"/>
          </ac:spMkLst>
        </pc:spChg>
        <pc:spChg chg="add del mod">
          <ac:chgData name="Tatsumi Yamamoto" userId="56ad09d3-0015-4845-9e7e-764f67d623d8" providerId="ADAL" clId="{3AD0E615-25BC-465B-92C0-7D5C430F80CC}" dt="2026-07-03T05:19:08.276" v="1002"/>
          <ac:spMkLst>
            <pc:docMk/>
            <pc:sldMk cId="2190255553" sldId="364"/>
            <ac:spMk id="20" creationId="{46F758F8-A416-5B9B-C100-D37839C7701B}"/>
          </ac:spMkLst>
        </pc:spChg>
        <pc:spChg chg="add del mod">
          <ac:chgData name="Tatsumi Yamamoto" userId="56ad09d3-0015-4845-9e7e-764f67d623d8" providerId="ADAL" clId="{3AD0E615-25BC-465B-92C0-7D5C430F80CC}" dt="2026-07-03T05:19:08.274" v="1001"/>
          <ac:spMkLst>
            <pc:docMk/>
            <pc:sldMk cId="2190255553" sldId="364"/>
            <ac:spMk id="21" creationId="{DD36EE25-55D3-51AC-855C-F9B84CDD8651}"/>
          </ac:spMkLst>
        </pc:spChg>
        <pc:spChg chg="add del mod">
          <ac:chgData name="Tatsumi Yamamoto" userId="56ad09d3-0015-4845-9e7e-764f67d623d8" providerId="ADAL" clId="{3AD0E615-25BC-465B-92C0-7D5C430F80CC}" dt="2026-07-03T05:19:08.267" v="998"/>
          <ac:spMkLst>
            <pc:docMk/>
            <pc:sldMk cId="2190255553" sldId="364"/>
            <ac:spMk id="24" creationId="{32205D93-B02E-0BDD-5D9E-58BC6C48B4B4}"/>
          </ac:spMkLst>
        </pc:spChg>
        <pc:spChg chg="add del mod">
          <ac:chgData name="Tatsumi Yamamoto" userId="56ad09d3-0015-4845-9e7e-764f67d623d8" providerId="ADAL" clId="{3AD0E615-25BC-465B-92C0-7D5C430F80CC}" dt="2026-07-03T05:19:08.260" v="996"/>
          <ac:spMkLst>
            <pc:docMk/>
            <pc:sldMk cId="2190255553" sldId="364"/>
            <ac:spMk id="25" creationId="{8B1E4865-3E49-07D1-24C1-D2B7959271A8}"/>
          </ac:spMkLst>
        </pc:spChg>
        <pc:spChg chg="add del mod">
          <ac:chgData name="Tatsumi Yamamoto" userId="56ad09d3-0015-4845-9e7e-764f67d623d8" providerId="ADAL" clId="{3AD0E615-25BC-465B-92C0-7D5C430F80CC}" dt="2026-07-03T05:19:08.257" v="995"/>
          <ac:spMkLst>
            <pc:docMk/>
            <pc:sldMk cId="2190255553" sldId="364"/>
            <ac:spMk id="26" creationId="{70CD2461-A7C5-B9A8-A062-AA8ABE0EC1A9}"/>
          </ac:spMkLst>
        </pc:spChg>
        <pc:spChg chg="add del mod">
          <ac:chgData name="Tatsumi Yamamoto" userId="56ad09d3-0015-4845-9e7e-764f67d623d8" providerId="ADAL" clId="{3AD0E615-25BC-465B-92C0-7D5C430F80CC}" dt="2026-07-03T05:19:08.252" v="993"/>
          <ac:spMkLst>
            <pc:docMk/>
            <pc:sldMk cId="2190255553" sldId="364"/>
            <ac:spMk id="27" creationId="{6D4BA999-54E7-BB6C-1B52-8816259C1DAB}"/>
          </ac:spMkLst>
        </pc:spChg>
        <pc:picChg chg="add del mod">
          <ac:chgData name="Tatsumi Yamamoto" userId="56ad09d3-0015-4845-9e7e-764f67d623d8" providerId="ADAL" clId="{3AD0E615-25BC-465B-92C0-7D5C430F80CC}" dt="2026-07-03T05:19:08.270" v="1000"/>
          <ac:picMkLst>
            <pc:docMk/>
            <pc:sldMk cId="2190255553" sldId="364"/>
            <ac:picMk id="23" creationId="{EE20E562-4334-1529-1950-5813D1BCCACB}"/>
          </ac:picMkLst>
        </pc:picChg>
      </pc:sldChg>
      <pc:sldChg chg="addSp delSp modSp">
        <pc:chgData name="Tatsumi Yamamoto" userId="56ad09d3-0015-4845-9e7e-764f67d623d8" providerId="ADAL" clId="{3AD0E615-25BC-465B-92C0-7D5C430F80CC}" dt="2026-07-03T07:48:10.133" v="2418"/>
        <pc:sldMkLst>
          <pc:docMk/>
          <pc:sldMk cId="2622561655" sldId="368"/>
        </pc:sldMkLst>
        <pc:spChg chg="add mod">
          <ac:chgData name="Tatsumi Yamamoto" userId="56ad09d3-0015-4845-9e7e-764f67d623d8" providerId="ADAL" clId="{3AD0E615-25BC-465B-92C0-7D5C430F80CC}" dt="2026-07-03T07:48:10.133" v="2418"/>
          <ac:spMkLst>
            <pc:docMk/>
            <pc:sldMk cId="2622561655" sldId="368"/>
            <ac:spMk id="2" creationId="{4502ABF1-58DC-6336-E5D0-94F72FD37FA4}"/>
          </ac:spMkLst>
        </pc:spChg>
        <pc:spChg chg="add del mod">
          <ac:chgData name="Tatsumi Yamamoto" userId="56ad09d3-0015-4845-9e7e-764f67d623d8" providerId="ADAL" clId="{3AD0E615-25BC-465B-92C0-7D5C430F80CC}" dt="2026-07-03T07:39:52.016" v="2131"/>
          <ac:spMkLst>
            <pc:docMk/>
            <pc:sldMk cId="2622561655" sldId="368"/>
            <ac:spMk id="2" creationId="{E69EDB17-1294-59C7-4304-AA9031E5C451}"/>
          </ac:spMkLst>
        </pc:spChg>
        <pc:spChg chg="add del mod">
          <ac:chgData name="Tatsumi Yamamoto" userId="56ad09d3-0015-4845-9e7e-764f67d623d8" providerId="ADAL" clId="{3AD0E615-25BC-465B-92C0-7D5C430F80CC}" dt="2026-07-03T07:39:52.016" v="2131"/>
          <ac:spMkLst>
            <pc:docMk/>
            <pc:sldMk cId="2622561655" sldId="368"/>
            <ac:spMk id="3" creationId="{2A84A9CD-C208-1AE8-9EB9-08C0BB0F320C}"/>
          </ac:spMkLst>
        </pc:spChg>
        <pc:spChg chg="add mod">
          <ac:chgData name="Tatsumi Yamamoto" userId="56ad09d3-0015-4845-9e7e-764f67d623d8" providerId="ADAL" clId="{3AD0E615-25BC-465B-92C0-7D5C430F80CC}" dt="2026-07-03T07:48:10.133" v="2418"/>
          <ac:spMkLst>
            <pc:docMk/>
            <pc:sldMk cId="2622561655" sldId="368"/>
            <ac:spMk id="3" creationId="{7E4174DB-6566-C376-09A4-8B5D83A8A6C4}"/>
          </ac:spMkLst>
        </pc:spChg>
        <pc:spChg chg="add del mod">
          <ac:chgData name="Tatsumi Yamamoto" userId="56ad09d3-0015-4845-9e7e-764f67d623d8" providerId="ADAL" clId="{3AD0E615-25BC-465B-92C0-7D5C430F80CC}" dt="2026-07-03T07:48:10.133" v="2418"/>
          <ac:spMkLst>
            <pc:docMk/>
            <pc:sldMk cId="2622561655" sldId="368"/>
            <ac:spMk id="4" creationId="{D9E58BD0-A56D-6D1A-04C8-D11FC5B89735}"/>
          </ac:spMkLst>
        </pc:spChg>
        <pc:spChg chg="add del mod">
          <ac:chgData name="Tatsumi Yamamoto" userId="56ad09d3-0015-4845-9e7e-764f67d623d8" providerId="ADAL" clId="{3AD0E615-25BC-465B-92C0-7D5C430F80CC}" dt="2026-07-03T07:48:10.133" v="2418"/>
          <ac:spMkLst>
            <pc:docMk/>
            <pc:sldMk cId="2622561655" sldId="368"/>
            <ac:spMk id="5" creationId="{11217DAB-D360-8CC0-9555-E18F90AC8871}"/>
          </ac:spMkLst>
        </pc:spChg>
        <pc:spChg chg="add del mod">
          <ac:chgData name="Tatsumi Yamamoto" userId="56ad09d3-0015-4845-9e7e-764f67d623d8" providerId="ADAL" clId="{3AD0E615-25BC-465B-92C0-7D5C430F80CC}" dt="2026-07-03T07:48:10.133" v="2418"/>
          <ac:spMkLst>
            <pc:docMk/>
            <pc:sldMk cId="2622561655" sldId="368"/>
            <ac:spMk id="6" creationId="{1CC7D2C7-6E3E-3B2A-8FFC-88C85728FCB1}"/>
          </ac:spMkLst>
        </pc:spChg>
        <pc:spChg chg="add del mod">
          <ac:chgData name="Tatsumi Yamamoto" userId="56ad09d3-0015-4845-9e7e-764f67d623d8" providerId="ADAL" clId="{3AD0E615-25BC-465B-92C0-7D5C430F80CC}" dt="2026-07-03T07:48:10.133" v="2418"/>
          <ac:spMkLst>
            <pc:docMk/>
            <pc:sldMk cId="2622561655" sldId="368"/>
            <ac:spMk id="7" creationId="{60A8794D-D9F5-A022-0A62-DE0089BC29DA}"/>
          </ac:spMkLst>
        </pc:spChg>
        <pc:spChg chg="add del mod">
          <ac:chgData name="Tatsumi Yamamoto" userId="56ad09d3-0015-4845-9e7e-764f67d623d8" providerId="ADAL" clId="{3AD0E615-25BC-465B-92C0-7D5C430F80CC}" dt="2026-07-03T07:48:10.133" v="2418"/>
          <ac:spMkLst>
            <pc:docMk/>
            <pc:sldMk cId="2622561655" sldId="368"/>
            <ac:spMk id="8" creationId="{8B32F43C-D6A2-2DF4-97E5-8DE9DDA89914}"/>
          </ac:spMkLst>
        </pc:spChg>
        <pc:spChg chg="add mod">
          <ac:chgData name="Tatsumi Yamamoto" userId="56ad09d3-0015-4845-9e7e-764f67d623d8" providerId="ADAL" clId="{3AD0E615-25BC-465B-92C0-7D5C430F80CC}" dt="2026-07-03T07:48:10.133" v="2418"/>
          <ac:spMkLst>
            <pc:docMk/>
            <pc:sldMk cId="2622561655" sldId="368"/>
            <ac:spMk id="9" creationId="{BE5BEA4E-97EB-DC0D-EE0F-6B290EDA686F}"/>
          </ac:spMkLst>
        </pc:spChg>
        <pc:spChg chg="add mod">
          <ac:chgData name="Tatsumi Yamamoto" userId="56ad09d3-0015-4845-9e7e-764f67d623d8" providerId="ADAL" clId="{3AD0E615-25BC-465B-92C0-7D5C430F80CC}" dt="2026-07-03T07:48:10.133" v="2418"/>
          <ac:spMkLst>
            <pc:docMk/>
            <pc:sldMk cId="2622561655" sldId="368"/>
            <ac:spMk id="10" creationId="{0522416F-1BD4-10D9-E95D-2969D495DDED}"/>
          </ac:spMkLst>
        </pc:spChg>
        <pc:spChg chg="add mod">
          <ac:chgData name="Tatsumi Yamamoto" userId="56ad09d3-0015-4845-9e7e-764f67d623d8" providerId="ADAL" clId="{3AD0E615-25BC-465B-92C0-7D5C430F80CC}" dt="2026-07-03T07:48:10.133" v="2418"/>
          <ac:spMkLst>
            <pc:docMk/>
            <pc:sldMk cId="2622561655" sldId="368"/>
            <ac:spMk id="11" creationId="{37FBAFA2-03F7-238F-F2B3-CE6135C2332F}"/>
          </ac:spMkLst>
        </pc:spChg>
      </pc:sldChg>
      <pc:sldChg chg="addSp delSp modSp mod">
        <pc:chgData name="Tatsumi Yamamoto" userId="56ad09d3-0015-4845-9e7e-764f67d623d8" providerId="ADAL" clId="{3AD0E615-25BC-465B-92C0-7D5C430F80CC}" dt="2026-07-03T07:48:10.095" v="2415"/>
        <pc:sldMkLst>
          <pc:docMk/>
          <pc:sldMk cId="2273597238" sldId="2250"/>
        </pc:sldMkLst>
        <pc:spChg chg="mod">
          <ac:chgData name="Tatsumi Yamamoto" userId="56ad09d3-0015-4845-9e7e-764f67d623d8" providerId="ADAL" clId="{3AD0E615-25BC-465B-92C0-7D5C430F80CC}" dt="2026-07-03T07:48:10.095" v="2415"/>
          <ac:spMkLst>
            <pc:docMk/>
            <pc:sldMk cId="2273597238" sldId="2250"/>
            <ac:spMk id="2" creationId="{8325BC48-9427-0E23-EBD1-A9478ECA2D05}"/>
          </ac:spMkLst>
        </pc:spChg>
        <pc:spChg chg="del mod">
          <ac:chgData name="Tatsumi Yamamoto" userId="56ad09d3-0015-4845-9e7e-764f67d623d8" providerId="ADAL" clId="{3AD0E615-25BC-465B-92C0-7D5C430F80CC}" dt="2026-07-03T05:19:08.463" v="1040"/>
          <ac:spMkLst>
            <pc:docMk/>
            <pc:sldMk cId="2273597238" sldId="2250"/>
            <ac:spMk id="3" creationId="{CC29B726-C523-D9D5-B568-B1B4227BCA3D}"/>
          </ac:spMkLst>
        </pc:spChg>
        <pc:spChg chg="add del mod">
          <ac:chgData name="Tatsumi Yamamoto" userId="56ad09d3-0015-4845-9e7e-764f67d623d8" providerId="ADAL" clId="{3AD0E615-25BC-465B-92C0-7D5C430F80CC}" dt="2026-07-03T07:48:10.095" v="2415"/>
          <ac:spMkLst>
            <pc:docMk/>
            <pc:sldMk cId="2273597238" sldId="2250"/>
            <ac:spMk id="3" creationId="{DBB3E51E-1888-289D-A4B5-F86B4DAF18BA}"/>
          </ac:spMkLst>
        </pc:spChg>
        <pc:spChg chg="add mod">
          <ac:chgData name="Tatsumi Yamamoto" userId="56ad09d3-0015-4845-9e7e-764f67d623d8" providerId="ADAL" clId="{3AD0E615-25BC-465B-92C0-7D5C430F80CC}" dt="2026-07-03T07:48:10.095" v="2415"/>
          <ac:spMkLst>
            <pc:docMk/>
            <pc:sldMk cId="2273597238" sldId="2250"/>
            <ac:spMk id="4" creationId="{B7BA27A1-733C-3594-87F3-D393895DFDAD}"/>
          </ac:spMkLst>
        </pc:spChg>
        <pc:spChg chg="add del mod">
          <ac:chgData name="Tatsumi Yamamoto" userId="56ad09d3-0015-4845-9e7e-764f67d623d8" providerId="ADAL" clId="{3AD0E615-25BC-465B-92C0-7D5C430F80CC}" dt="2026-07-03T07:39:52.004" v="2128"/>
          <ac:spMkLst>
            <pc:docMk/>
            <pc:sldMk cId="2273597238" sldId="2250"/>
            <ac:spMk id="4" creationId="{F32900A1-7162-FF09-B0BC-C6FAEEB32FBA}"/>
          </ac:spMkLst>
        </pc:spChg>
        <pc:spChg chg="del mod">
          <ac:chgData name="Tatsumi Yamamoto" userId="56ad09d3-0015-4845-9e7e-764f67d623d8" providerId="ADAL" clId="{3AD0E615-25BC-465B-92C0-7D5C430F80CC}" dt="2026-07-03T05:19:08.466" v="1042"/>
          <ac:spMkLst>
            <pc:docMk/>
            <pc:sldMk cId="2273597238" sldId="2250"/>
            <ac:spMk id="5" creationId="{A5DF21D5-A22D-A931-79E5-3E811E5FF48C}"/>
          </ac:spMkLst>
        </pc:spChg>
        <pc:spChg chg="mod">
          <ac:chgData name="Tatsumi Yamamoto" userId="56ad09d3-0015-4845-9e7e-764f67d623d8" providerId="ADAL" clId="{3AD0E615-25BC-465B-92C0-7D5C430F80CC}" dt="2026-06-24T17:27:53.494" v="892" actId="947"/>
          <ac:spMkLst>
            <pc:docMk/>
            <pc:sldMk cId="2273597238" sldId="2250"/>
            <ac:spMk id="6" creationId="{54295C55-5BF1-EEBC-1EF0-EEEF740DF976}"/>
          </ac:spMkLst>
        </pc:spChg>
      </pc:sldChg>
      <pc:sldChg chg="addSp delSp modSp mod">
        <pc:chgData name="Tatsumi Yamamoto" userId="56ad09d3-0015-4845-9e7e-764f67d623d8" providerId="ADAL" clId="{3AD0E615-25BC-465B-92C0-7D5C430F80CC}" dt="2026-07-03T07:48:10.120" v="2417"/>
        <pc:sldMkLst>
          <pc:docMk/>
          <pc:sldMk cId="2633681987" sldId="2252"/>
        </pc:sldMkLst>
        <pc:spChg chg="mod">
          <ac:chgData name="Tatsumi Yamamoto" userId="56ad09d3-0015-4845-9e7e-764f67d623d8" providerId="ADAL" clId="{3AD0E615-25BC-465B-92C0-7D5C430F80CC}" dt="2026-07-03T07:48:10.120" v="2417"/>
          <ac:spMkLst>
            <pc:docMk/>
            <pc:sldMk cId="2633681987" sldId="2252"/>
            <ac:spMk id="2" creationId="{A53E7B69-8828-C42E-D852-698DE0688829}"/>
          </ac:spMkLst>
        </pc:spChg>
        <pc:spChg chg="add mod">
          <ac:chgData name="Tatsumi Yamamoto" userId="56ad09d3-0015-4845-9e7e-764f67d623d8" providerId="ADAL" clId="{3AD0E615-25BC-465B-92C0-7D5C430F80CC}" dt="2026-07-03T07:48:10.120" v="2417"/>
          <ac:spMkLst>
            <pc:docMk/>
            <pc:sldMk cId="2633681987" sldId="2252"/>
            <ac:spMk id="3" creationId="{AC8630DF-B874-120C-6F8A-18B8ACEF9765}"/>
          </ac:spMkLst>
        </pc:spChg>
        <pc:spChg chg="add del mod">
          <ac:chgData name="Tatsumi Yamamoto" userId="56ad09d3-0015-4845-9e7e-764f67d623d8" providerId="ADAL" clId="{3AD0E615-25BC-465B-92C0-7D5C430F80CC}" dt="2026-07-03T07:48:10.120" v="2417"/>
          <ac:spMkLst>
            <pc:docMk/>
            <pc:sldMk cId="2633681987" sldId="2252"/>
            <ac:spMk id="4" creationId="{899BA745-E540-628D-A07E-EA81F430E738}"/>
          </ac:spMkLst>
        </pc:spChg>
        <pc:spChg chg="del mod">
          <ac:chgData name="Tatsumi Yamamoto" userId="56ad09d3-0015-4845-9e7e-764f67d623d8" providerId="ADAL" clId="{3AD0E615-25BC-465B-92C0-7D5C430F80CC}" dt="2026-07-03T05:20:13.557" v="1148"/>
          <ac:spMkLst>
            <pc:docMk/>
            <pc:sldMk cId="2633681987" sldId="2252"/>
            <ac:spMk id="6" creationId="{77EF80B5-6D2C-6A65-D5E7-0EC3E4A9A075}"/>
          </ac:spMkLst>
        </pc:spChg>
        <pc:spChg chg="mod">
          <ac:chgData name="Tatsumi Yamamoto" userId="56ad09d3-0015-4845-9e7e-764f67d623d8" providerId="ADAL" clId="{3AD0E615-25BC-465B-92C0-7D5C430F80CC}" dt="2026-06-24T15:48:34.639" v="857"/>
          <ac:spMkLst>
            <pc:docMk/>
            <pc:sldMk cId="2633681987" sldId="2252"/>
            <ac:spMk id="8" creationId="{C27AD692-C246-DD83-1A93-CCA70A0F00A5}"/>
          </ac:spMkLst>
        </pc:spChg>
        <pc:spChg chg="mod">
          <ac:chgData name="Tatsumi Yamamoto" userId="56ad09d3-0015-4845-9e7e-764f67d623d8" providerId="ADAL" clId="{3AD0E615-25BC-465B-92C0-7D5C430F80CC}" dt="2026-06-24T15:48:34.644" v="859"/>
          <ac:spMkLst>
            <pc:docMk/>
            <pc:sldMk cId="2633681987" sldId="2252"/>
            <ac:spMk id="9" creationId="{45C97C1D-A551-A42B-D2B2-9F91D927910B}"/>
          </ac:spMkLst>
        </pc:spChg>
        <pc:spChg chg="mod">
          <ac:chgData name="Tatsumi Yamamoto" userId="56ad09d3-0015-4845-9e7e-764f67d623d8" providerId="ADAL" clId="{3AD0E615-25BC-465B-92C0-7D5C430F80CC}" dt="2026-06-24T15:48:34.652" v="861"/>
          <ac:spMkLst>
            <pc:docMk/>
            <pc:sldMk cId="2633681987" sldId="2252"/>
            <ac:spMk id="10" creationId="{D8C28D5A-356B-64DF-54E9-09581F7D422C}"/>
          </ac:spMkLst>
        </pc:spChg>
        <pc:spChg chg="mod">
          <ac:chgData name="Tatsumi Yamamoto" userId="56ad09d3-0015-4845-9e7e-764f67d623d8" providerId="ADAL" clId="{3AD0E615-25BC-465B-92C0-7D5C430F80CC}" dt="2026-06-24T15:48:34.659" v="863"/>
          <ac:spMkLst>
            <pc:docMk/>
            <pc:sldMk cId="2633681987" sldId="2252"/>
            <ac:spMk id="11" creationId="{FB307C80-B22C-1CA3-1090-141A229A4526}"/>
          </ac:spMkLst>
        </pc:spChg>
        <pc:spChg chg="mod">
          <ac:chgData name="Tatsumi Yamamoto" userId="56ad09d3-0015-4845-9e7e-764f67d623d8" providerId="ADAL" clId="{3AD0E615-25BC-465B-92C0-7D5C430F80CC}" dt="2026-06-24T15:48:34.667" v="865"/>
          <ac:spMkLst>
            <pc:docMk/>
            <pc:sldMk cId="2633681987" sldId="2252"/>
            <ac:spMk id="12" creationId="{C8F34355-FC27-BCA9-E778-CDDBF312FBB1}"/>
          </ac:spMkLst>
        </pc:spChg>
      </pc:sldChg>
      <pc:sldChg chg="addSp delSp modSp mod">
        <pc:chgData name="Tatsumi Yamamoto" userId="56ad09d3-0015-4845-9e7e-764f67d623d8" providerId="ADAL" clId="{3AD0E615-25BC-465B-92C0-7D5C430F80CC}" dt="2026-07-03T07:48:10.103" v="2416"/>
        <pc:sldMkLst>
          <pc:docMk/>
          <pc:sldMk cId="614179310" sldId="2253"/>
        </pc:sldMkLst>
        <pc:spChg chg="mod">
          <ac:chgData name="Tatsumi Yamamoto" userId="56ad09d3-0015-4845-9e7e-764f67d623d8" providerId="ADAL" clId="{3AD0E615-25BC-465B-92C0-7D5C430F80CC}" dt="2026-07-03T07:48:10.103" v="2416"/>
          <ac:spMkLst>
            <pc:docMk/>
            <pc:sldMk cId="614179310" sldId="2253"/>
            <ac:spMk id="2" creationId="{F768E623-3CEA-8576-3433-8C1ED588422A}"/>
          </ac:spMkLst>
        </pc:spChg>
        <pc:spChg chg="del mod">
          <ac:chgData name="Tatsumi Yamamoto" userId="56ad09d3-0015-4845-9e7e-764f67d623d8" providerId="ADAL" clId="{3AD0E615-25BC-465B-92C0-7D5C430F80CC}" dt="2026-07-03T05:19:08.492" v="1048"/>
          <ac:spMkLst>
            <pc:docMk/>
            <pc:sldMk cId="614179310" sldId="2253"/>
            <ac:spMk id="3" creationId="{6BCC8224-43BE-C158-7B2B-9E95B71A3827}"/>
          </ac:spMkLst>
        </pc:spChg>
        <pc:spChg chg="add del mod">
          <ac:chgData name="Tatsumi Yamamoto" userId="56ad09d3-0015-4845-9e7e-764f67d623d8" providerId="ADAL" clId="{3AD0E615-25BC-465B-92C0-7D5C430F80CC}" dt="2026-07-03T07:48:10.103" v="2416"/>
          <ac:spMkLst>
            <pc:docMk/>
            <pc:sldMk cId="614179310" sldId="2253"/>
            <ac:spMk id="3" creationId="{890441C9-F65A-F689-76CF-D67B53EE5F06}"/>
          </ac:spMkLst>
        </pc:spChg>
        <pc:spChg chg="del mod">
          <ac:chgData name="Tatsumi Yamamoto" userId="56ad09d3-0015-4845-9e7e-764f67d623d8" providerId="ADAL" clId="{3AD0E615-25BC-465B-92C0-7D5C430F80CC}" dt="2026-07-03T05:19:08.493" v="1050"/>
          <ac:spMkLst>
            <pc:docMk/>
            <pc:sldMk cId="614179310" sldId="2253"/>
            <ac:spMk id="5" creationId="{4F22780F-0221-800B-EE72-604D4A8EEC44}"/>
          </ac:spMkLst>
        </pc:spChg>
        <pc:spChg chg="add mod">
          <ac:chgData name="Tatsumi Yamamoto" userId="56ad09d3-0015-4845-9e7e-764f67d623d8" providerId="ADAL" clId="{3AD0E615-25BC-465B-92C0-7D5C430F80CC}" dt="2026-07-03T07:48:10.103" v="2416"/>
          <ac:spMkLst>
            <pc:docMk/>
            <pc:sldMk cId="614179310" sldId="2253"/>
            <ac:spMk id="5" creationId="{A2B77436-CB12-5223-D6E3-13D39776BFAD}"/>
          </ac:spMkLst>
        </pc:spChg>
        <pc:spChg chg="del mod">
          <ac:chgData name="Tatsumi Yamamoto" userId="56ad09d3-0015-4845-9e7e-764f67d623d8" providerId="ADAL" clId="{3AD0E615-25BC-465B-92C0-7D5C430F80CC}" dt="2026-07-03T05:19:08.481" v="1046"/>
          <ac:spMkLst>
            <pc:docMk/>
            <pc:sldMk cId="614179310" sldId="2253"/>
            <ac:spMk id="6" creationId="{7826599F-4061-41FE-1723-0ED0345440B3}"/>
          </ac:spMkLst>
        </pc:spChg>
        <pc:spChg chg="add del mod">
          <ac:chgData name="Tatsumi Yamamoto" userId="56ad09d3-0015-4845-9e7e-764f67d623d8" providerId="ADAL" clId="{3AD0E615-25BC-465B-92C0-7D5C430F80CC}" dt="2026-07-03T07:39:52.008" v="2129"/>
          <ac:spMkLst>
            <pc:docMk/>
            <pc:sldMk cId="614179310" sldId="2253"/>
            <ac:spMk id="7" creationId="{D3FF60AF-1974-D94D-AAED-F189DEE8D9A8}"/>
          </ac:spMkLst>
        </pc:spChg>
        <pc:spChg chg="del mod">
          <ac:chgData name="Tatsumi Yamamoto" userId="56ad09d3-0015-4845-9e7e-764f67d623d8" providerId="ADAL" clId="{3AD0E615-25BC-465B-92C0-7D5C430F80CC}" dt="2026-07-03T05:19:08.479" v="1044"/>
          <ac:spMkLst>
            <pc:docMk/>
            <pc:sldMk cId="614179310" sldId="2253"/>
            <ac:spMk id="9" creationId="{579C1251-327D-71A2-4438-9E3611B54558}"/>
          </ac:spMkLst>
        </pc:spChg>
      </pc:sldChg>
      <pc:sldChg chg="addSp delSp modSp add mod ord modTransition">
        <pc:chgData name="Tatsumi Yamamoto" userId="56ad09d3-0015-4845-9e7e-764f67d623d8" providerId="ADAL" clId="{3AD0E615-25BC-465B-92C0-7D5C430F80CC}" dt="2026-07-03T07:48:10.070" v="2413"/>
        <pc:sldMkLst>
          <pc:docMk/>
          <pc:sldMk cId="1725546567" sldId="2254"/>
        </pc:sldMkLst>
        <pc:spChg chg="mod">
          <ac:chgData name="Tatsumi Yamamoto" userId="56ad09d3-0015-4845-9e7e-764f67d623d8" providerId="ADAL" clId="{3AD0E615-25BC-465B-92C0-7D5C430F80CC}" dt="2026-07-03T07:48:10.070" v="2413"/>
          <ac:spMkLst>
            <pc:docMk/>
            <pc:sldMk cId="1725546567" sldId="2254"/>
            <ac:spMk id="2" creationId="{00000000-0000-0000-0000-000000000000}"/>
          </ac:spMkLst>
        </pc:spChg>
        <pc:spChg chg="mod">
          <ac:chgData name="Tatsumi Yamamoto" userId="56ad09d3-0015-4845-9e7e-764f67d623d8" providerId="ADAL" clId="{3AD0E615-25BC-465B-92C0-7D5C430F80CC}" dt="2026-07-03T07:48:10.070" v="2413"/>
          <ac:spMkLst>
            <pc:docMk/>
            <pc:sldMk cId="1725546567" sldId="2254"/>
            <ac:spMk id="3" creationId="{00000000-0000-0000-0000-000000000000}"/>
          </ac:spMkLst>
        </pc:spChg>
        <pc:spChg chg="add del mod">
          <ac:chgData name="Tatsumi Yamamoto" userId="56ad09d3-0015-4845-9e7e-764f67d623d8" providerId="ADAL" clId="{3AD0E615-25BC-465B-92C0-7D5C430F80CC}" dt="2026-07-03T07:48:10.070" v="2413"/>
          <ac:spMkLst>
            <pc:docMk/>
            <pc:sldMk cId="1725546567" sldId="2254"/>
            <ac:spMk id="4" creationId="{3083FBAC-8C5F-0A33-36B0-92264B7ACEB4}"/>
          </ac:spMkLst>
        </pc:spChg>
        <pc:spChg chg="add del mod">
          <ac:chgData name="Tatsumi Yamamoto" userId="56ad09d3-0015-4845-9e7e-764f67d623d8" providerId="ADAL" clId="{3AD0E615-25BC-465B-92C0-7D5C430F80CC}" dt="2026-07-03T05:19:08.340" v="1015"/>
          <ac:spMkLst>
            <pc:docMk/>
            <pc:sldMk cId="1725546567" sldId="2254"/>
            <ac:spMk id="4" creationId="{CF8A801F-AA7A-865F-C2C9-94D46A2EEA4B}"/>
          </ac:spMkLst>
        </pc:spChg>
        <pc:spChg chg="add del mod">
          <ac:chgData name="Tatsumi Yamamoto" userId="56ad09d3-0015-4845-9e7e-764f67d623d8" providerId="ADAL" clId="{3AD0E615-25BC-465B-92C0-7D5C430F80CC}" dt="2026-07-03T05:19:08.325" v="1014"/>
          <ac:spMkLst>
            <pc:docMk/>
            <pc:sldMk cId="1725546567" sldId="2254"/>
            <ac:spMk id="5" creationId="{3697ECB0-9CB1-CC65-EA94-EA76FC23DE97}"/>
          </ac:spMkLst>
        </pc:spChg>
        <pc:spChg chg="add del mod">
          <ac:chgData name="Tatsumi Yamamoto" userId="56ad09d3-0015-4845-9e7e-764f67d623d8" providerId="ADAL" clId="{3AD0E615-25BC-465B-92C0-7D5C430F80CC}" dt="2026-07-03T07:48:10.070" v="2413"/>
          <ac:spMkLst>
            <pc:docMk/>
            <pc:sldMk cId="1725546567" sldId="2254"/>
            <ac:spMk id="5" creationId="{BCAC71D7-4F1A-90A6-D56A-6E142C85922A}"/>
          </ac:spMkLst>
        </pc:spChg>
        <pc:spChg chg="add mod">
          <ac:chgData name="Tatsumi Yamamoto" userId="56ad09d3-0015-4845-9e7e-764f67d623d8" providerId="ADAL" clId="{3AD0E615-25BC-465B-92C0-7D5C430F80CC}" dt="2026-07-03T07:48:10.070" v="2413"/>
          <ac:spMkLst>
            <pc:docMk/>
            <pc:sldMk cId="1725546567" sldId="2254"/>
            <ac:spMk id="6" creationId="{F6D7E7ED-9461-36D4-CB83-3047113FA55C}"/>
          </ac:spMkLst>
        </pc:spChg>
        <pc:spChg chg="add del mod">
          <ac:chgData name="Tatsumi Yamamoto" userId="56ad09d3-0015-4845-9e7e-764f67d623d8" providerId="ADAL" clId="{3AD0E615-25BC-465B-92C0-7D5C430F80CC}" dt="2026-07-03T05:19:08.322" v="1013"/>
          <ac:spMkLst>
            <pc:docMk/>
            <pc:sldMk cId="1725546567" sldId="2254"/>
            <ac:spMk id="6" creationId="{FC50C532-053A-C3DC-CD53-509FF35CE68F}"/>
          </ac:spMkLst>
        </pc:spChg>
        <pc:spChg chg="add del mod">
          <ac:chgData name="Tatsumi Yamamoto" userId="56ad09d3-0015-4845-9e7e-764f67d623d8" providerId="ADAL" clId="{3AD0E615-25BC-465B-92C0-7D5C430F80CC}" dt="2026-07-03T07:39:51.996" v="2126"/>
          <ac:spMkLst>
            <pc:docMk/>
            <pc:sldMk cId="1725546567" sldId="2254"/>
            <ac:spMk id="7" creationId="{5CDB1732-78BA-94B3-7556-0EB85DBE7764}"/>
          </ac:spMkLst>
        </pc:spChg>
        <pc:spChg chg="add mod">
          <ac:chgData name="Tatsumi Yamamoto" userId="56ad09d3-0015-4845-9e7e-764f67d623d8" providerId="ADAL" clId="{3AD0E615-25BC-465B-92C0-7D5C430F80CC}" dt="2026-07-03T07:48:10.070" v="2413"/>
          <ac:spMkLst>
            <pc:docMk/>
            <pc:sldMk cId="1725546567" sldId="2254"/>
            <ac:spMk id="7" creationId="{CEBFE6EF-CB0C-12AF-1E71-026DEDC8CD66}"/>
          </ac:spMkLst>
        </pc:spChg>
        <pc:spChg chg="add del mod">
          <ac:chgData name="Tatsumi Yamamoto" userId="56ad09d3-0015-4845-9e7e-764f67d623d8" providerId="ADAL" clId="{3AD0E615-25BC-465B-92C0-7D5C430F80CC}" dt="2026-07-03T05:19:08.314" v="1010"/>
          <ac:spMkLst>
            <pc:docMk/>
            <pc:sldMk cId="1725546567" sldId="2254"/>
            <ac:spMk id="9" creationId="{E8596B7A-C9F6-BF58-B67E-975855EC35CA}"/>
          </ac:spMkLst>
        </pc:spChg>
        <pc:spChg chg="add del mod">
          <ac:chgData name="Tatsumi Yamamoto" userId="56ad09d3-0015-4845-9e7e-764f67d623d8" providerId="ADAL" clId="{3AD0E615-25BC-465B-92C0-7D5C430F80CC}" dt="2026-07-03T05:19:08.311" v="1008"/>
          <ac:spMkLst>
            <pc:docMk/>
            <pc:sldMk cId="1725546567" sldId="2254"/>
            <ac:spMk id="10" creationId="{5210C5CF-1560-5801-338A-55A820212ACE}"/>
          </ac:spMkLst>
        </pc:spChg>
        <pc:spChg chg="add del mod">
          <ac:chgData name="Tatsumi Yamamoto" userId="56ad09d3-0015-4845-9e7e-764f67d623d8" providerId="ADAL" clId="{3AD0E615-25BC-465B-92C0-7D5C430F80CC}" dt="2026-07-03T05:19:08.306" v="1007"/>
          <ac:spMkLst>
            <pc:docMk/>
            <pc:sldMk cId="1725546567" sldId="2254"/>
            <ac:spMk id="11" creationId="{CB084B61-5AC6-BEFA-F8D0-448CBBDBB5B3}"/>
          </ac:spMkLst>
        </pc:spChg>
        <pc:spChg chg="add del mod">
          <ac:chgData name="Tatsumi Yamamoto" userId="56ad09d3-0015-4845-9e7e-764f67d623d8" providerId="ADAL" clId="{3AD0E615-25BC-465B-92C0-7D5C430F80CC}" dt="2026-07-03T05:19:08.303" v="1005"/>
          <ac:spMkLst>
            <pc:docMk/>
            <pc:sldMk cId="1725546567" sldId="2254"/>
            <ac:spMk id="12" creationId="{FA05AE3A-1D2C-498E-C0BE-74111027498D}"/>
          </ac:spMkLst>
        </pc:spChg>
        <pc:picChg chg="add del mod">
          <ac:chgData name="Tatsumi Yamamoto" userId="56ad09d3-0015-4845-9e7e-764f67d623d8" providerId="ADAL" clId="{3AD0E615-25BC-465B-92C0-7D5C430F80CC}" dt="2026-07-03T05:19:08.318" v="1012"/>
          <ac:picMkLst>
            <pc:docMk/>
            <pc:sldMk cId="1725546567" sldId="2254"/>
            <ac:picMk id="8" creationId="{5CFACE40-4FB8-B79F-B37A-BF293B0BCC5C}"/>
          </ac:picMkLst>
        </pc:picChg>
      </pc:sldChg>
      <pc:sldChg chg="addSp delSp modSp add mod ord modTransition">
        <pc:chgData name="Tatsumi Yamamoto" userId="56ad09d3-0015-4845-9e7e-764f67d623d8" providerId="ADAL" clId="{3AD0E615-25BC-465B-92C0-7D5C430F80CC}" dt="2026-07-03T07:48:10.080" v="2414"/>
        <pc:sldMkLst>
          <pc:docMk/>
          <pc:sldMk cId="2678703781" sldId="2255"/>
        </pc:sldMkLst>
        <pc:spChg chg="mod">
          <ac:chgData name="Tatsumi Yamamoto" userId="56ad09d3-0015-4845-9e7e-764f67d623d8" providerId="ADAL" clId="{3AD0E615-25BC-465B-92C0-7D5C430F80CC}" dt="2026-07-03T07:48:10.080" v="2414"/>
          <ac:spMkLst>
            <pc:docMk/>
            <pc:sldMk cId="2678703781" sldId="2255"/>
            <ac:spMk id="2" creationId="{00000000-0000-0000-0000-000000000000}"/>
          </ac:spMkLst>
        </pc:spChg>
        <pc:spChg chg="mod">
          <ac:chgData name="Tatsumi Yamamoto" userId="56ad09d3-0015-4845-9e7e-764f67d623d8" providerId="ADAL" clId="{3AD0E615-25BC-465B-92C0-7D5C430F80CC}" dt="2026-07-03T07:48:10.080" v="2414"/>
          <ac:spMkLst>
            <pc:docMk/>
            <pc:sldMk cId="2678703781" sldId="2255"/>
            <ac:spMk id="3" creationId="{00000000-0000-0000-0000-000000000000}"/>
          </ac:spMkLst>
        </pc:spChg>
        <pc:spChg chg="add del mod">
          <ac:chgData name="Tatsumi Yamamoto" userId="56ad09d3-0015-4845-9e7e-764f67d623d8" providerId="ADAL" clId="{3AD0E615-25BC-465B-92C0-7D5C430F80CC}" dt="2026-07-03T07:48:10.080" v="2414"/>
          <ac:spMkLst>
            <pc:docMk/>
            <pc:sldMk cId="2678703781" sldId="2255"/>
            <ac:spMk id="4" creationId="{2D6797D1-471A-0E83-E867-A60B8118BCA2}"/>
          </ac:spMkLst>
        </pc:spChg>
        <pc:spChg chg="add del mod">
          <ac:chgData name="Tatsumi Yamamoto" userId="56ad09d3-0015-4845-9e7e-764f67d623d8" providerId="ADAL" clId="{3AD0E615-25BC-465B-92C0-7D5C430F80CC}" dt="2026-07-03T05:19:08.423" v="1027"/>
          <ac:spMkLst>
            <pc:docMk/>
            <pc:sldMk cId="2678703781" sldId="2255"/>
            <ac:spMk id="4" creationId="{AD2FA322-27AC-0C47-532B-546238642383}"/>
          </ac:spMkLst>
        </pc:spChg>
        <pc:spChg chg="add del mod">
          <ac:chgData name="Tatsumi Yamamoto" userId="56ad09d3-0015-4845-9e7e-764f67d623d8" providerId="ADAL" clId="{3AD0E615-25BC-465B-92C0-7D5C430F80CC}" dt="2026-07-03T05:19:08.371" v="1026"/>
          <ac:spMkLst>
            <pc:docMk/>
            <pc:sldMk cId="2678703781" sldId="2255"/>
            <ac:spMk id="5" creationId="{1165C5AF-0DCF-D46E-8F65-75AB648AC82E}"/>
          </ac:spMkLst>
        </pc:spChg>
        <pc:spChg chg="add del mod">
          <ac:chgData name="Tatsumi Yamamoto" userId="56ad09d3-0015-4845-9e7e-764f67d623d8" providerId="ADAL" clId="{3AD0E615-25BC-465B-92C0-7D5C430F80CC}" dt="2026-07-03T07:48:10.080" v="2414"/>
          <ac:spMkLst>
            <pc:docMk/>
            <pc:sldMk cId="2678703781" sldId="2255"/>
            <ac:spMk id="5" creationId="{970B60C8-0C76-C6C1-C8AE-C74D72A6C2A8}"/>
          </ac:spMkLst>
        </pc:spChg>
        <pc:spChg chg="add mod">
          <ac:chgData name="Tatsumi Yamamoto" userId="56ad09d3-0015-4845-9e7e-764f67d623d8" providerId="ADAL" clId="{3AD0E615-25BC-465B-92C0-7D5C430F80CC}" dt="2026-07-03T07:48:10.080" v="2414"/>
          <ac:spMkLst>
            <pc:docMk/>
            <pc:sldMk cId="2678703781" sldId="2255"/>
            <ac:spMk id="6" creationId="{4FF2CE25-5566-A0AD-3734-EEFE3B6A91CF}"/>
          </ac:spMkLst>
        </pc:spChg>
        <pc:spChg chg="add del mod">
          <ac:chgData name="Tatsumi Yamamoto" userId="56ad09d3-0015-4845-9e7e-764f67d623d8" providerId="ADAL" clId="{3AD0E615-25BC-465B-92C0-7D5C430F80CC}" dt="2026-07-03T05:19:08.369" v="1025"/>
          <ac:spMkLst>
            <pc:docMk/>
            <pc:sldMk cId="2678703781" sldId="2255"/>
            <ac:spMk id="6" creationId="{CF379A3F-7D62-061F-5018-4C79FFDB2530}"/>
          </ac:spMkLst>
        </pc:spChg>
        <pc:spChg chg="add del mod">
          <ac:chgData name="Tatsumi Yamamoto" userId="56ad09d3-0015-4845-9e7e-764f67d623d8" providerId="ADAL" clId="{3AD0E615-25BC-465B-92C0-7D5C430F80CC}" dt="2026-07-03T07:39:52" v="2127"/>
          <ac:spMkLst>
            <pc:docMk/>
            <pc:sldMk cId="2678703781" sldId="2255"/>
            <ac:spMk id="7" creationId="{51938861-8216-ACB3-72C6-2BF0108A22D4}"/>
          </ac:spMkLst>
        </pc:spChg>
        <pc:spChg chg="add mod">
          <ac:chgData name="Tatsumi Yamamoto" userId="56ad09d3-0015-4845-9e7e-764f67d623d8" providerId="ADAL" clId="{3AD0E615-25BC-465B-92C0-7D5C430F80CC}" dt="2026-07-03T07:48:10.080" v="2414"/>
          <ac:spMkLst>
            <pc:docMk/>
            <pc:sldMk cId="2678703781" sldId="2255"/>
            <ac:spMk id="7" creationId="{F1DD45DA-75C9-64F3-DF34-4B54A30F8903}"/>
          </ac:spMkLst>
        </pc:spChg>
        <pc:spChg chg="add del mod">
          <ac:chgData name="Tatsumi Yamamoto" userId="56ad09d3-0015-4845-9e7e-764f67d623d8" providerId="ADAL" clId="{3AD0E615-25BC-465B-92C0-7D5C430F80CC}" dt="2026-07-03T05:19:08.362" v="1022"/>
          <ac:spMkLst>
            <pc:docMk/>
            <pc:sldMk cId="2678703781" sldId="2255"/>
            <ac:spMk id="9" creationId="{5EEF73AA-EA22-5634-EAEC-4F9C67A82F90}"/>
          </ac:spMkLst>
        </pc:spChg>
        <pc:spChg chg="add del mod">
          <ac:chgData name="Tatsumi Yamamoto" userId="56ad09d3-0015-4845-9e7e-764f67d623d8" providerId="ADAL" clId="{3AD0E615-25BC-465B-92C0-7D5C430F80CC}" dt="2026-07-03T05:19:08.358" v="1020"/>
          <ac:spMkLst>
            <pc:docMk/>
            <pc:sldMk cId="2678703781" sldId="2255"/>
            <ac:spMk id="10" creationId="{341C235E-0211-2F9A-93D8-5F779331D265}"/>
          </ac:spMkLst>
        </pc:spChg>
        <pc:spChg chg="add del mod">
          <ac:chgData name="Tatsumi Yamamoto" userId="56ad09d3-0015-4845-9e7e-764f67d623d8" providerId="ADAL" clId="{3AD0E615-25BC-465B-92C0-7D5C430F80CC}" dt="2026-07-03T05:19:08.354" v="1019"/>
          <ac:spMkLst>
            <pc:docMk/>
            <pc:sldMk cId="2678703781" sldId="2255"/>
            <ac:spMk id="11" creationId="{5A5DF5BD-5CCD-86A8-F8FC-84D378C92AD4}"/>
          </ac:spMkLst>
        </pc:spChg>
        <pc:spChg chg="add del mod">
          <ac:chgData name="Tatsumi Yamamoto" userId="56ad09d3-0015-4845-9e7e-764f67d623d8" providerId="ADAL" clId="{3AD0E615-25BC-465B-92C0-7D5C430F80CC}" dt="2026-07-03T05:19:08.350" v="1017"/>
          <ac:spMkLst>
            <pc:docMk/>
            <pc:sldMk cId="2678703781" sldId="2255"/>
            <ac:spMk id="12" creationId="{DAEF1A21-03D4-A075-7DB1-A5DCE541A7F0}"/>
          </ac:spMkLst>
        </pc:spChg>
        <pc:picChg chg="add del mod">
          <ac:chgData name="Tatsumi Yamamoto" userId="56ad09d3-0015-4845-9e7e-764f67d623d8" providerId="ADAL" clId="{3AD0E615-25BC-465B-92C0-7D5C430F80CC}" dt="2026-07-03T05:19:08.365" v="1024"/>
          <ac:picMkLst>
            <pc:docMk/>
            <pc:sldMk cId="2678703781" sldId="2255"/>
            <ac:picMk id="8" creationId="{56FD9BF1-18AE-641C-9875-E68C65A4F1E3}"/>
          </ac:picMkLst>
        </pc:picChg>
      </pc:sldChg>
      <pc:sldMasterChg chg="modSldLayout">
        <pc:chgData name="Tatsumi Yamamoto" userId="56ad09d3-0015-4845-9e7e-764f67d623d8" providerId="ADAL" clId="{3AD0E615-25BC-465B-92C0-7D5C430F80CC}" dt="2026-07-03T13:54:32.959" v="2419" actId="1076"/>
        <pc:sldMasterMkLst>
          <pc:docMk/>
          <pc:sldMasterMk cId="3267033896" sldId="2147483660"/>
        </pc:sldMasterMkLst>
        <pc:sldLayoutChg chg="addSp delSp modSp mod">
          <pc:chgData name="Tatsumi Yamamoto" userId="56ad09d3-0015-4845-9e7e-764f67d623d8" providerId="ADAL" clId="{3AD0E615-25BC-465B-92C0-7D5C430F80CC}" dt="2026-07-03T05:19:08.237" v="991" actId="299"/>
          <pc:sldLayoutMkLst>
            <pc:docMk/>
            <pc:sldMasterMk cId="3267033896" sldId="2147483660"/>
            <pc:sldLayoutMk cId="445834696" sldId="2147483694"/>
          </pc:sldLayoutMkLst>
          <pc:spChg chg="add mod">
            <ac:chgData name="Tatsumi Yamamoto" userId="56ad09d3-0015-4845-9e7e-764f67d623d8" providerId="ADAL" clId="{3AD0E615-25BC-465B-92C0-7D5C430F80CC}" dt="2026-07-03T05:19:07.184" v="900" actId="208"/>
            <ac:spMkLst>
              <pc:docMk/>
              <pc:sldMasterMk cId="3267033896" sldId="2147483660"/>
              <pc:sldLayoutMk cId="445834696" sldId="2147483694"/>
              <ac:spMk id="2" creationId="{47B17967-94BB-350F-7AE9-5BB990894CD9}"/>
            </ac:spMkLst>
          </pc:spChg>
          <pc:spChg chg="add mod">
            <ac:chgData name="Tatsumi Yamamoto" userId="56ad09d3-0015-4845-9e7e-764f67d623d8" providerId="ADAL" clId="{3AD0E615-25BC-465B-92C0-7D5C430F80CC}" dt="2026-07-03T05:19:07.372" v="904" actId="208"/>
            <ac:spMkLst>
              <pc:docMk/>
              <pc:sldMasterMk cId="3267033896" sldId="2147483660"/>
              <pc:sldLayoutMk cId="445834696" sldId="2147483694"/>
              <ac:spMk id="3" creationId="{B763DC19-7197-5EBC-139D-7C94C0A76A56}"/>
            </ac:spMkLst>
          </pc:spChg>
          <pc:spChg chg="mod">
            <ac:chgData name="Tatsumi Yamamoto" userId="56ad09d3-0015-4845-9e7e-764f67d623d8" providerId="ADAL" clId="{3AD0E615-25BC-465B-92C0-7D5C430F80CC}" dt="2026-07-03T05:19:07.938" v="949" actId="207"/>
            <ac:spMkLst>
              <pc:docMk/>
              <pc:sldMasterMk cId="3267033896" sldId="2147483660"/>
              <pc:sldLayoutMk cId="445834696" sldId="2147483694"/>
              <ac:spMk id="5" creationId="{00000000-0000-0000-0000-000000000000}"/>
            </ac:spMkLst>
          </pc:spChg>
          <pc:spChg chg="mod">
            <ac:chgData name="Tatsumi Yamamoto" userId="56ad09d3-0015-4845-9e7e-764f67d623d8" providerId="ADAL" clId="{3AD0E615-25BC-465B-92C0-7D5C430F80CC}" dt="2026-07-03T05:19:08.073" v="961" actId="207"/>
            <ac:spMkLst>
              <pc:docMk/>
              <pc:sldMasterMk cId="3267033896" sldId="2147483660"/>
              <pc:sldLayoutMk cId="445834696" sldId="2147483694"/>
              <ac:spMk id="6" creationId="{00000000-0000-0000-0000-000000000000}"/>
            </ac:spMkLst>
          </pc:spChg>
          <pc:spChg chg="add mod">
            <ac:chgData name="Tatsumi Yamamoto" userId="56ad09d3-0015-4845-9e7e-764f67d623d8" providerId="ADAL" clId="{3AD0E615-25BC-465B-92C0-7D5C430F80CC}" dt="2026-07-03T05:19:07.512" v="908" actId="208"/>
            <ac:spMkLst>
              <pc:docMk/>
              <pc:sldMasterMk cId="3267033896" sldId="2147483660"/>
              <pc:sldLayoutMk cId="445834696" sldId="2147483694"/>
              <ac:spMk id="8" creationId="{7D933F66-1DE4-AF66-9698-40403ADBD9A4}"/>
            </ac:spMkLst>
          </pc:spChg>
          <pc:spChg chg="add mod">
            <ac:chgData name="Tatsumi Yamamoto" userId="56ad09d3-0015-4845-9e7e-764f67d623d8" providerId="ADAL" clId="{3AD0E615-25BC-465B-92C0-7D5C430F80CC}" dt="2026-07-03T05:19:07.711" v="922" actId="299"/>
            <ac:spMkLst>
              <pc:docMk/>
              <pc:sldMasterMk cId="3267033896" sldId="2147483660"/>
              <pc:sldLayoutMk cId="445834696" sldId="2147483694"/>
              <ac:spMk id="11" creationId="{272609CF-086C-F06F-1922-B16649779495}"/>
            </ac:spMkLst>
          </pc:spChg>
          <pc:spChg chg="add mod">
            <ac:chgData name="Tatsumi Yamamoto" userId="56ad09d3-0015-4845-9e7e-764f67d623d8" providerId="ADAL" clId="{3AD0E615-25BC-465B-92C0-7D5C430F80CC}" dt="2026-07-03T05:19:07.863" v="933"/>
            <ac:spMkLst>
              <pc:docMk/>
              <pc:sldMasterMk cId="3267033896" sldId="2147483660"/>
              <pc:sldLayoutMk cId="445834696" sldId="2147483694"/>
              <ac:spMk id="12" creationId="{AA99BF70-8679-74A3-1E70-9F9AE20A136E}"/>
            </ac:spMkLst>
          </pc:spChg>
          <pc:spChg chg="add mod">
            <ac:chgData name="Tatsumi Yamamoto" userId="56ad09d3-0015-4845-9e7e-764f67d623d8" providerId="ADAL" clId="{3AD0E615-25BC-465B-92C0-7D5C430F80CC}" dt="2026-07-03T05:19:07.885" v="937" actId="208"/>
            <ac:spMkLst>
              <pc:docMk/>
              <pc:sldMasterMk cId="3267033896" sldId="2147483660"/>
              <pc:sldLayoutMk cId="445834696" sldId="2147483694"/>
              <ac:spMk id="13" creationId="{D0FC113C-0032-290B-8EA4-584AF9894A01}"/>
            </ac:spMkLst>
          </pc:spChg>
          <pc:spChg chg="add mod">
            <ac:chgData name="Tatsumi Yamamoto" userId="56ad09d3-0015-4845-9e7e-764f67d623d8" providerId="ADAL" clId="{3AD0E615-25BC-465B-92C0-7D5C430F80CC}" dt="2026-07-03T05:19:08.164" v="976" actId="299"/>
            <ac:spMkLst>
              <pc:docMk/>
              <pc:sldMasterMk cId="3267033896" sldId="2147483660"/>
              <pc:sldLayoutMk cId="445834696" sldId="2147483694"/>
              <ac:spMk id="14" creationId="{6751F945-C5A9-2890-1168-984334B616B4}"/>
            </ac:spMkLst>
          </pc:spChg>
          <pc:spChg chg="add mod">
            <ac:chgData name="Tatsumi Yamamoto" userId="56ad09d3-0015-4845-9e7e-764f67d623d8" providerId="ADAL" clId="{3AD0E615-25BC-465B-92C0-7D5C430F80CC}" dt="2026-07-03T05:19:08.237" v="991" actId="299"/>
            <ac:spMkLst>
              <pc:docMk/>
              <pc:sldMasterMk cId="3267033896" sldId="2147483660"/>
              <pc:sldLayoutMk cId="445834696" sldId="2147483694"/>
              <ac:spMk id="15" creationId="{5A52DA29-A4B9-A5CB-4F1B-B773B11FA9E2}"/>
            </ac:spMkLst>
          </pc:spChg>
          <pc:picChg chg="del">
            <ac:chgData name="Tatsumi Yamamoto" userId="56ad09d3-0015-4845-9e7e-764f67d623d8" providerId="ADAL" clId="{3AD0E615-25BC-465B-92C0-7D5C430F80CC}" dt="2026-07-03T05:19:07.148" v="896"/>
            <ac:picMkLst>
              <pc:docMk/>
              <pc:sldMasterMk cId="3267033896" sldId="2147483660"/>
              <pc:sldLayoutMk cId="445834696" sldId="2147483694"/>
              <ac:picMk id="4" creationId="{00000000-0000-0000-0000-000000000000}"/>
            </ac:picMkLst>
          </pc:picChg>
          <pc:picChg chg="del">
            <ac:chgData name="Tatsumi Yamamoto" userId="56ad09d3-0015-4845-9e7e-764f67d623d8" providerId="ADAL" clId="{3AD0E615-25BC-465B-92C0-7D5C430F80CC}" dt="2026-07-03T05:19:07.116" v="894"/>
            <ac:picMkLst>
              <pc:docMk/>
              <pc:sldMasterMk cId="3267033896" sldId="2147483660"/>
              <pc:sldLayoutMk cId="445834696" sldId="2147483694"/>
              <ac:picMk id="7" creationId="{00000000-0000-0000-0000-000000000000}"/>
            </ac:picMkLst>
          </pc:picChg>
          <pc:picChg chg="add mod">
            <ac:chgData name="Tatsumi Yamamoto" userId="56ad09d3-0015-4845-9e7e-764f67d623d8" providerId="ADAL" clId="{3AD0E615-25BC-465B-92C0-7D5C430F80CC}" dt="2026-07-03T05:19:07.553" v="911"/>
            <ac:picMkLst>
              <pc:docMk/>
              <pc:sldMasterMk cId="3267033896" sldId="2147483660"/>
              <pc:sldLayoutMk cId="445834696" sldId="2147483694"/>
              <ac:picMk id="10" creationId="{0B972AF2-4E94-69DA-31E7-585D4A5310DB}"/>
            </ac:picMkLst>
          </pc:picChg>
        </pc:sldLayoutChg>
        <pc:sldLayoutChg chg="addSp delSp modSp mod">
          <pc:chgData name="Tatsumi Yamamoto" userId="56ad09d3-0015-4845-9e7e-764f67d623d8" providerId="ADAL" clId="{3AD0E615-25BC-465B-92C0-7D5C430F80CC}" dt="2026-07-03T07:42:10.913" v="2411" actId="947"/>
          <pc:sldLayoutMkLst>
            <pc:docMk/>
            <pc:sldMasterMk cId="3267033896" sldId="2147483660"/>
            <pc:sldLayoutMk cId="430014301" sldId="2147483698"/>
          </pc:sldLayoutMkLst>
          <pc:spChg chg="del">
            <ac:chgData name="Tatsumi Yamamoto" userId="56ad09d3-0015-4845-9e7e-764f67d623d8" providerId="ADAL" clId="{3AD0E615-25BC-465B-92C0-7D5C430F80CC}" dt="2026-07-03T07:39:49.139" v="1719"/>
            <ac:spMkLst>
              <pc:docMk/>
              <pc:sldMasterMk cId="3267033896" sldId="2147483660"/>
              <pc:sldLayoutMk cId="430014301" sldId="2147483698"/>
              <ac:spMk id="2" creationId="{00000000-0000-0000-0000-000000000000}"/>
            </ac:spMkLst>
          </pc:spChg>
          <pc:spChg chg="mod">
            <ac:chgData name="Tatsumi Yamamoto" userId="56ad09d3-0015-4845-9e7e-764f67d623d8" providerId="ADAL" clId="{3AD0E615-25BC-465B-92C0-7D5C430F80CC}" dt="2026-07-03T07:42:10.811" v="2395" actId="947"/>
            <ac:spMkLst>
              <pc:docMk/>
              <pc:sldMasterMk cId="3267033896" sldId="2147483660"/>
              <pc:sldLayoutMk cId="430014301" sldId="2147483698"/>
              <ac:spMk id="3" creationId="{00000000-0000-0000-0000-000000000000}"/>
            </ac:spMkLst>
          </pc:spChg>
          <pc:spChg chg="add del mod">
            <ac:chgData name="Tatsumi Yamamoto" userId="56ad09d3-0015-4845-9e7e-764f67d623d8" providerId="ADAL" clId="{3AD0E615-25BC-465B-92C0-7D5C430F80CC}" dt="2026-07-03T07:39:49.091" v="1707"/>
            <ac:spMkLst>
              <pc:docMk/>
              <pc:sldMasterMk cId="3267033896" sldId="2147483660"/>
              <pc:sldLayoutMk cId="430014301" sldId="2147483698"/>
              <ac:spMk id="4" creationId="{125B45DF-B656-F34B-80D7-3B2BAB012997}"/>
            </ac:spMkLst>
          </pc:spChg>
          <pc:spChg chg="add del mod">
            <ac:chgData name="Tatsumi Yamamoto" userId="56ad09d3-0015-4845-9e7e-764f67d623d8" providerId="ADAL" clId="{3AD0E615-25BC-465B-92C0-7D5C430F80CC}" dt="2026-07-03T07:39:49.067" v="1706"/>
            <ac:spMkLst>
              <pc:docMk/>
              <pc:sldMasterMk cId="3267033896" sldId="2147483660"/>
              <pc:sldLayoutMk cId="430014301" sldId="2147483698"/>
              <ac:spMk id="5" creationId="{F57182F5-5CF2-46A4-F5CB-5BF5C28F7302}"/>
            </ac:spMkLst>
          </pc:spChg>
          <pc:spChg chg="add mod">
            <ac:chgData name="Tatsumi Yamamoto" userId="56ad09d3-0015-4845-9e7e-764f67d623d8" providerId="ADAL" clId="{3AD0E615-25BC-465B-92C0-7D5C430F80CC}" dt="2026-07-03T07:42:10.832" v="2399"/>
            <ac:spMkLst>
              <pc:docMk/>
              <pc:sldMasterMk cId="3267033896" sldId="2147483660"/>
              <pc:sldLayoutMk cId="430014301" sldId="2147483698"/>
              <ac:spMk id="6" creationId="{2D58BF5E-FB48-944D-D326-D8C8A023026E}"/>
            </ac:spMkLst>
          </pc:spChg>
          <pc:spChg chg="add mod">
            <ac:chgData name="Tatsumi Yamamoto" userId="56ad09d3-0015-4845-9e7e-764f67d623d8" providerId="ADAL" clId="{3AD0E615-25BC-465B-92C0-7D5C430F80CC}" dt="2026-07-03T07:42:10.857" v="2403"/>
            <ac:spMkLst>
              <pc:docMk/>
              <pc:sldMasterMk cId="3267033896" sldId="2147483660"/>
              <pc:sldLayoutMk cId="430014301" sldId="2147483698"/>
              <ac:spMk id="7" creationId="{382B1EB5-A7CA-88D7-20DD-9007228F87FC}"/>
            </ac:spMkLst>
          </pc:spChg>
          <pc:spChg chg="del mod">
            <ac:chgData name="Tatsumi Yamamoto" userId="56ad09d3-0015-4845-9e7e-764f67d623d8" providerId="ADAL" clId="{3AD0E615-25BC-465B-92C0-7D5C430F80CC}" dt="2026-07-03T07:42:10.771" v="2391"/>
            <ac:spMkLst>
              <pc:docMk/>
              <pc:sldMasterMk cId="3267033896" sldId="2147483660"/>
              <pc:sldLayoutMk cId="430014301" sldId="2147483698"/>
              <ac:spMk id="8" creationId="{00000000-0000-0000-0000-000000000000}"/>
            </ac:spMkLst>
          </pc:spChg>
          <pc:spChg chg="add mod">
            <ac:chgData name="Tatsumi Yamamoto" userId="56ad09d3-0015-4845-9e7e-764f67d623d8" providerId="ADAL" clId="{3AD0E615-25BC-465B-92C0-7D5C430F80CC}" dt="2026-07-03T07:42:10.884" v="2407" actId="947"/>
            <ac:spMkLst>
              <pc:docMk/>
              <pc:sldMasterMk cId="3267033896" sldId="2147483660"/>
              <pc:sldLayoutMk cId="430014301" sldId="2147483698"/>
              <ac:spMk id="9" creationId="{060B65E1-AA93-08AE-6A63-E61A1D417A82}"/>
            </ac:spMkLst>
          </pc:spChg>
          <pc:spChg chg="add mod">
            <ac:chgData name="Tatsumi Yamamoto" userId="56ad09d3-0015-4845-9e7e-764f67d623d8" providerId="ADAL" clId="{3AD0E615-25BC-465B-92C0-7D5C430F80CC}" dt="2026-07-03T07:42:10.913" v="2411" actId="947"/>
            <ac:spMkLst>
              <pc:docMk/>
              <pc:sldMasterMk cId="3267033896" sldId="2147483660"/>
              <pc:sldLayoutMk cId="430014301" sldId="2147483698"/>
              <ac:spMk id="10" creationId="{ADD512BC-66F3-43B2-0D6C-D496D61848A3}"/>
            </ac:spMkLst>
          </pc:spChg>
        </pc:sldLayoutChg>
        <pc:sldLayoutChg chg="addSp delSp modSp mod">
          <pc:chgData name="Tatsumi Yamamoto" userId="56ad09d3-0015-4845-9e7e-764f67d623d8" providerId="ADAL" clId="{3AD0E615-25BC-465B-92C0-7D5C430F80CC}" dt="2026-07-03T05:19:08.886" v="1136" actId="299"/>
          <pc:sldLayoutMkLst>
            <pc:docMk/>
            <pc:sldMasterMk cId="3267033896" sldId="2147483660"/>
            <pc:sldLayoutMk cId="1018352749" sldId="2147483704"/>
          </pc:sldLayoutMkLst>
          <pc:spChg chg="add mod">
            <ac:chgData name="Tatsumi Yamamoto" userId="56ad09d3-0015-4845-9e7e-764f67d623d8" providerId="ADAL" clId="{3AD0E615-25BC-465B-92C0-7D5C430F80CC}" dt="2026-07-03T05:19:08.563" v="1069" actId="208"/>
            <ac:spMkLst>
              <pc:docMk/>
              <pc:sldMasterMk cId="3267033896" sldId="2147483660"/>
              <pc:sldLayoutMk cId="1018352749" sldId="2147483704"/>
              <ac:spMk id="2" creationId="{38FE8FF1-A2DD-DD78-0C47-5D8D1760FDF6}"/>
            </ac:spMkLst>
          </pc:spChg>
          <pc:spChg chg="del">
            <ac:chgData name="Tatsumi Yamamoto" userId="56ad09d3-0015-4845-9e7e-764f67d623d8" providerId="ADAL" clId="{3AD0E615-25BC-465B-92C0-7D5C430F80CC}" dt="2026-07-03T05:19:08.551" v="1065"/>
            <ac:spMkLst>
              <pc:docMk/>
              <pc:sldMasterMk cId="3267033896" sldId="2147483660"/>
              <pc:sldLayoutMk cId="1018352749" sldId="2147483704"/>
              <ac:spMk id="3" creationId="{00000000-0000-0000-0000-000000000000}"/>
            </ac:spMkLst>
          </pc:spChg>
          <pc:spChg chg="add mod">
            <ac:chgData name="Tatsumi Yamamoto" userId="56ad09d3-0015-4845-9e7e-764f67d623d8" providerId="ADAL" clId="{3AD0E615-25BC-465B-92C0-7D5C430F80CC}" dt="2026-07-03T05:19:08.577" v="1073" actId="208"/>
            <ac:spMkLst>
              <pc:docMk/>
              <pc:sldMasterMk cId="3267033896" sldId="2147483660"/>
              <pc:sldLayoutMk cId="1018352749" sldId="2147483704"/>
              <ac:spMk id="4" creationId="{15EDDD19-7E60-116B-FEAC-25B35E7FCE35}"/>
            </ac:spMkLst>
          </pc:spChg>
          <pc:spChg chg="add mod">
            <ac:chgData name="Tatsumi Yamamoto" userId="56ad09d3-0015-4845-9e7e-764f67d623d8" providerId="ADAL" clId="{3AD0E615-25BC-465B-92C0-7D5C430F80CC}" dt="2026-07-03T05:19:08.590" v="1077" actId="208"/>
            <ac:spMkLst>
              <pc:docMk/>
              <pc:sldMasterMk cId="3267033896" sldId="2147483660"/>
              <pc:sldLayoutMk cId="1018352749" sldId="2147483704"/>
              <ac:spMk id="6" creationId="{FE0096E5-EF95-8B70-236C-A6C8B6DA2F9D}"/>
            </ac:spMkLst>
          </pc:spChg>
          <pc:spChg chg="add mod">
            <ac:chgData name="Tatsumi Yamamoto" userId="56ad09d3-0015-4845-9e7e-764f67d623d8" providerId="ADAL" clId="{3AD0E615-25BC-465B-92C0-7D5C430F80CC}" dt="2026-07-03T05:19:08.681" v="1091" actId="299"/>
            <ac:spMkLst>
              <pc:docMk/>
              <pc:sldMasterMk cId="3267033896" sldId="2147483660"/>
              <pc:sldLayoutMk cId="1018352749" sldId="2147483704"/>
              <ac:spMk id="9" creationId="{9CEA2EFC-0683-D155-524B-265336269208}"/>
            </ac:spMkLst>
          </pc:spChg>
          <pc:spChg chg="add mod">
            <ac:chgData name="Tatsumi Yamamoto" userId="56ad09d3-0015-4845-9e7e-764f67d623d8" providerId="ADAL" clId="{3AD0E615-25BC-465B-92C0-7D5C430F80CC}" dt="2026-07-03T05:19:08.722" v="1102"/>
            <ac:spMkLst>
              <pc:docMk/>
              <pc:sldMasterMk cId="3267033896" sldId="2147483660"/>
              <pc:sldLayoutMk cId="1018352749" sldId="2147483704"/>
              <ac:spMk id="10" creationId="{CE4FFBC9-0A08-82AF-F84A-F51A326F0A88}"/>
            </ac:spMkLst>
          </pc:spChg>
          <pc:spChg chg="add mod">
            <ac:chgData name="Tatsumi Yamamoto" userId="56ad09d3-0015-4845-9e7e-764f67d623d8" providerId="ADAL" clId="{3AD0E615-25BC-465B-92C0-7D5C430F80CC}" dt="2026-07-03T05:19:08.732" v="1106" actId="208"/>
            <ac:spMkLst>
              <pc:docMk/>
              <pc:sldMasterMk cId="3267033896" sldId="2147483660"/>
              <pc:sldLayoutMk cId="1018352749" sldId="2147483704"/>
              <ac:spMk id="11" creationId="{F695F79A-8FBC-41E1-B4CE-DA60905FC07B}"/>
            </ac:spMkLst>
          </pc:spChg>
          <pc:spChg chg="add mod">
            <ac:chgData name="Tatsumi Yamamoto" userId="56ad09d3-0015-4845-9e7e-764f67d623d8" providerId="ADAL" clId="{3AD0E615-25BC-465B-92C0-7D5C430F80CC}" dt="2026-07-03T05:19:08.794" v="1121" actId="299"/>
            <ac:spMkLst>
              <pc:docMk/>
              <pc:sldMasterMk cId="3267033896" sldId="2147483660"/>
              <pc:sldLayoutMk cId="1018352749" sldId="2147483704"/>
              <ac:spMk id="12" creationId="{5D29D7FE-77E5-41CC-7A52-0A03C5BDB160}"/>
            </ac:spMkLst>
          </pc:spChg>
          <pc:spChg chg="add mod">
            <ac:chgData name="Tatsumi Yamamoto" userId="56ad09d3-0015-4845-9e7e-764f67d623d8" providerId="ADAL" clId="{3AD0E615-25BC-465B-92C0-7D5C430F80CC}" dt="2026-07-03T05:19:08.886" v="1136" actId="299"/>
            <ac:spMkLst>
              <pc:docMk/>
              <pc:sldMasterMk cId="3267033896" sldId="2147483660"/>
              <pc:sldLayoutMk cId="1018352749" sldId="2147483704"/>
              <ac:spMk id="13" creationId="{D1A573D3-F418-FF89-E5BB-BCE2023A4D16}"/>
            </ac:spMkLst>
          </pc:spChg>
          <pc:picChg chg="del">
            <ac:chgData name="Tatsumi Yamamoto" userId="56ad09d3-0015-4845-9e7e-764f67d623d8" providerId="ADAL" clId="{3AD0E615-25BC-465B-92C0-7D5C430F80CC}" dt="2026-07-03T05:19:08.547" v="1063"/>
            <ac:picMkLst>
              <pc:docMk/>
              <pc:sldMasterMk cId="3267033896" sldId="2147483660"/>
              <pc:sldLayoutMk cId="1018352749" sldId="2147483704"/>
              <ac:picMk id="5" creationId="{00000000-0000-0000-0000-000000000000}"/>
            </ac:picMkLst>
          </pc:picChg>
          <pc:picChg chg="add mod">
            <ac:chgData name="Tatsumi Yamamoto" userId="56ad09d3-0015-4845-9e7e-764f67d623d8" providerId="ADAL" clId="{3AD0E615-25BC-465B-92C0-7D5C430F80CC}" dt="2026-07-03T05:19:08.627" v="1080"/>
            <ac:picMkLst>
              <pc:docMk/>
              <pc:sldMasterMk cId="3267033896" sldId="2147483660"/>
              <pc:sldLayoutMk cId="1018352749" sldId="2147483704"/>
              <ac:picMk id="8" creationId="{55FAC80A-9B97-0916-99EF-8C2AA133B3FE}"/>
            </ac:picMkLst>
          </pc:picChg>
        </pc:sldLayoutChg>
        <pc:sldLayoutChg chg="addSp delSp modSp mod">
          <pc:chgData name="Tatsumi Yamamoto" userId="56ad09d3-0015-4845-9e7e-764f67d623d8" providerId="ADAL" clId="{3AD0E615-25BC-465B-92C0-7D5C430F80CC}" dt="2026-07-03T07:42:09.860" v="2285" actId="947"/>
          <pc:sldLayoutMkLst>
            <pc:docMk/>
            <pc:sldMasterMk cId="3267033896" sldId="2147483660"/>
            <pc:sldLayoutMk cId="3160647301" sldId="2147483705"/>
          </pc:sldLayoutMkLst>
          <pc:spChg chg="del">
            <ac:chgData name="Tatsumi Yamamoto" userId="56ad09d3-0015-4845-9e7e-764f67d623d8" providerId="ADAL" clId="{3AD0E615-25BC-465B-92C0-7D5C430F80CC}" dt="2026-07-03T07:39:48.699" v="1649"/>
            <ac:spMkLst>
              <pc:docMk/>
              <pc:sldMasterMk cId="3267033896" sldId="2147483660"/>
              <pc:sldLayoutMk cId="3160647301" sldId="2147483705"/>
              <ac:spMk id="2" creationId="{00000000-0000-0000-0000-000000000000}"/>
            </ac:spMkLst>
          </pc:spChg>
          <pc:spChg chg="mod">
            <ac:chgData name="Tatsumi Yamamoto" userId="56ad09d3-0015-4845-9e7e-764f67d623d8" providerId="ADAL" clId="{3AD0E615-25BC-465B-92C0-7D5C430F80CC}" dt="2026-07-03T07:42:09.588" v="2269" actId="947"/>
            <ac:spMkLst>
              <pc:docMk/>
              <pc:sldMasterMk cId="3267033896" sldId="2147483660"/>
              <pc:sldLayoutMk cId="3160647301" sldId="2147483705"/>
              <ac:spMk id="3" creationId="{00000000-0000-0000-0000-000000000000}"/>
            </ac:spMkLst>
          </pc:spChg>
          <pc:spChg chg="add del mod">
            <ac:chgData name="Tatsumi Yamamoto" userId="56ad09d3-0015-4845-9e7e-764f67d623d8" providerId="ADAL" clId="{3AD0E615-25BC-465B-92C0-7D5C430F80CC}" dt="2026-07-03T07:39:48.651" v="1637"/>
            <ac:spMkLst>
              <pc:docMk/>
              <pc:sldMasterMk cId="3267033896" sldId="2147483660"/>
              <pc:sldLayoutMk cId="3160647301" sldId="2147483705"/>
              <ac:spMk id="4" creationId="{227B8FD3-A9BA-37E3-20B6-8B7E51DC9159}"/>
            </ac:spMkLst>
          </pc:spChg>
          <pc:spChg chg="del">
            <ac:chgData name="Tatsumi Yamamoto" userId="56ad09d3-0015-4845-9e7e-764f67d623d8" providerId="ADAL" clId="{3AD0E615-25BC-465B-92C0-7D5C430F80CC}" dt="2026-07-03T07:39:48.759" v="1668"/>
            <ac:spMkLst>
              <pc:docMk/>
              <pc:sldMasterMk cId="3267033896" sldId="2147483660"/>
              <pc:sldLayoutMk cId="3160647301" sldId="2147483705"/>
              <ac:spMk id="5" creationId="{00000000-0000-0000-0000-000000000000}"/>
            </ac:spMkLst>
          </pc:spChg>
          <pc:spChg chg="add del mod">
            <ac:chgData name="Tatsumi Yamamoto" userId="56ad09d3-0015-4845-9e7e-764f67d623d8" providerId="ADAL" clId="{3AD0E615-25BC-465B-92C0-7D5C430F80CC}" dt="2026-07-03T07:39:48.648" v="1636"/>
            <ac:spMkLst>
              <pc:docMk/>
              <pc:sldMasterMk cId="3267033896" sldId="2147483660"/>
              <pc:sldLayoutMk cId="3160647301" sldId="2147483705"/>
              <ac:spMk id="6" creationId="{4BE514C3-59FA-051F-5D49-38D9DD61A065}"/>
            </ac:spMkLst>
          </pc:spChg>
          <pc:spChg chg="add mod">
            <ac:chgData name="Tatsumi Yamamoto" userId="56ad09d3-0015-4845-9e7e-764f67d623d8" providerId="ADAL" clId="{3AD0E615-25BC-465B-92C0-7D5C430F80CC}" dt="2026-07-03T07:42:09.646" v="2273"/>
            <ac:spMkLst>
              <pc:docMk/>
              <pc:sldMasterMk cId="3267033896" sldId="2147483660"/>
              <pc:sldLayoutMk cId="3160647301" sldId="2147483705"/>
              <ac:spMk id="7" creationId="{3A1CA77B-C473-30AE-B3D9-7907F8BD51B9}"/>
            </ac:spMkLst>
          </pc:spChg>
          <pc:spChg chg="add mod">
            <ac:chgData name="Tatsumi Yamamoto" userId="56ad09d3-0015-4845-9e7e-764f67d623d8" providerId="ADAL" clId="{3AD0E615-25BC-465B-92C0-7D5C430F80CC}" dt="2026-07-03T07:42:09.749" v="2277"/>
            <ac:spMkLst>
              <pc:docMk/>
              <pc:sldMasterMk cId="3267033896" sldId="2147483660"/>
              <pc:sldLayoutMk cId="3160647301" sldId="2147483705"/>
              <ac:spMk id="8" creationId="{E3ADEE4F-B9E2-310E-B0ED-45C7A5445C1B}"/>
            </ac:spMkLst>
          </pc:spChg>
          <pc:spChg chg="add mod">
            <ac:chgData name="Tatsumi Yamamoto" userId="56ad09d3-0015-4845-9e7e-764f67d623d8" providerId="ADAL" clId="{3AD0E615-25BC-465B-92C0-7D5C430F80CC}" dt="2026-07-03T07:42:09.808" v="2281" actId="947"/>
            <ac:spMkLst>
              <pc:docMk/>
              <pc:sldMasterMk cId="3267033896" sldId="2147483660"/>
              <pc:sldLayoutMk cId="3160647301" sldId="2147483705"/>
              <ac:spMk id="9" creationId="{F98BFBAA-1AF7-EE0E-0913-3016AEA8C1A3}"/>
            </ac:spMkLst>
          </pc:spChg>
          <pc:spChg chg="add mod">
            <ac:chgData name="Tatsumi Yamamoto" userId="56ad09d3-0015-4845-9e7e-764f67d623d8" providerId="ADAL" clId="{3AD0E615-25BC-465B-92C0-7D5C430F80CC}" dt="2026-07-03T07:42:09.860" v="2285" actId="947"/>
            <ac:spMkLst>
              <pc:docMk/>
              <pc:sldMasterMk cId="3267033896" sldId="2147483660"/>
              <pc:sldLayoutMk cId="3160647301" sldId="2147483705"/>
              <ac:spMk id="10" creationId="{62119DB6-FAEE-2BD9-AB08-0C23FC65142D}"/>
            </ac:spMkLst>
          </pc:spChg>
        </pc:sldLayoutChg>
        <pc:sldLayoutChg chg="addSp delSp modSp mod">
          <pc:chgData name="Tatsumi Yamamoto" userId="56ad09d3-0015-4845-9e7e-764f67d623d8" providerId="ADAL" clId="{3AD0E615-25BC-465B-92C0-7D5C430F80CC}" dt="2026-07-03T07:42:08.334" v="2173" actId="947"/>
          <pc:sldLayoutMkLst>
            <pc:docMk/>
            <pc:sldMasterMk cId="3267033896" sldId="2147483660"/>
            <pc:sldLayoutMk cId="3871808901" sldId="2147483706"/>
          </pc:sldLayoutMkLst>
          <pc:spChg chg="del">
            <ac:chgData name="Tatsumi Yamamoto" userId="56ad09d3-0015-4845-9e7e-764f67d623d8" providerId="ADAL" clId="{3AD0E615-25BC-465B-92C0-7D5C430F80CC}" dt="2026-07-03T07:39:46.058" v="1193"/>
            <ac:spMkLst>
              <pc:docMk/>
              <pc:sldMasterMk cId="3267033896" sldId="2147483660"/>
              <pc:sldLayoutMk cId="3871808901" sldId="2147483706"/>
              <ac:spMk id="2" creationId="{C6A287A0-B83B-2A73-E367-0416EC366D80}"/>
            </ac:spMkLst>
          </pc:spChg>
          <pc:spChg chg="del mod">
            <ac:chgData name="Tatsumi Yamamoto" userId="56ad09d3-0015-4845-9e7e-764f67d623d8" providerId="ADAL" clId="{3AD0E615-25BC-465B-92C0-7D5C430F80CC}" dt="2026-07-03T07:42:07.977" v="2133"/>
            <ac:spMkLst>
              <pc:docMk/>
              <pc:sldMasterMk cId="3267033896" sldId="2147483660"/>
              <pc:sldLayoutMk cId="3871808901" sldId="2147483706"/>
              <ac:spMk id="3" creationId="{335853D0-70C8-DB57-DCEF-0DD9D31EF70C}"/>
            </ac:spMkLst>
          </pc:spChg>
          <pc:spChg chg="add mod">
            <ac:chgData name="Tatsumi Yamamoto" userId="56ad09d3-0015-4845-9e7e-764f67d623d8" providerId="ADAL" clId="{3AD0E615-25BC-465B-92C0-7D5C430F80CC}" dt="2026-07-03T07:42:08.042" v="2137"/>
            <ac:spMkLst>
              <pc:docMk/>
              <pc:sldMasterMk cId="3267033896" sldId="2147483660"/>
              <pc:sldLayoutMk cId="3871808901" sldId="2147483706"/>
              <ac:spMk id="4" creationId="{E64ED933-7335-8673-0E68-33551B7E014B}"/>
            </ac:spMkLst>
          </pc:spChg>
          <pc:spChg chg="add mod">
            <ac:chgData name="Tatsumi Yamamoto" userId="56ad09d3-0015-4845-9e7e-764f67d623d8" providerId="ADAL" clId="{3AD0E615-25BC-465B-92C0-7D5C430F80CC}" dt="2026-07-03T07:42:08.060" v="2141"/>
            <ac:spMkLst>
              <pc:docMk/>
              <pc:sldMasterMk cId="3267033896" sldId="2147483660"/>
              <pc:sldLayoutMk cId="3871808901" sldId="2147483706"/>
              <ac:spMk id="5" creationId="{A3686CD9-9CDF-469F-7383-294DE5829F2A}"/>
            </ac:spMkLst>
          </pc:spChg>
          <pc:spChg chg="add mod">
            <ac:chgData name="Tatsumi Yamamoto" userId="56ad09d3-0015-4845-9e7e-764f67d623d8" providerId="ADAL" clId="{3AD0E615-25BC-465B-92C0-7D5C430F80CC}" dt="2026-07-03T07:42:08.082" v="2145" actId="947"/>
            <ac:spMkLst>
              <pc:docMk/>
              <pc:sldMasterMk cId="3267033896" sldId="2147483660"/>
              <pc:sldLayoutMk cId="3871808901" sldId="2147483706"/>
              <ac:spMk id="6" creationId="{3D514691-82CF-1D78-D942-42F364F71273}"/>
            </ac:spMkLst>
          </pc:spChg>
          <pc:spChg chg="add mod">
            <ac:chgData name="Tatsumi Yamamoto" userId="56ad09d3-0015-4845-9e7e-764f67d623d8" providerId="ADAL" clId="{3AD0E615-25BC-465B-92C0-7D5C430F80CC}" dt="2026-07-03T07:42:08.104" v="2149" actId="947"/>
            <ac:spMkLst>
              <pc:docMk/>
              <pc:sldMasterMk cId="3267033896" sldId="2147483660"/>
              <pc:sldLayoutMk cId="3871808901" sldId="2147483706"/>
              <ac:spMk id="7" creationId="{7974BB06-209C-25D2-3CFB-4B7785215D0D}"/>
            </ac:spMkLst>
          </pc:spChg>
          <pc:spChg chg="add mod">
            <ac:chgData name="Tatsumi Yamamoto" userId="56ad09d3-0015-4845-9e7e-764f67d623d8" providerId="ADAL" clId="{3AD0E615-25BC-465B-92C0-7D5C430F80CC}" dt="2026-07-03T07:42:08.131" v="2153"/>
            <ac:spMkLst>
              <pc:docMk/>
              <pc:sldMasterMk cId="3267033896" sldId="2147483660"/>
              <pc:sldLayoutMk cId="3871808901" sldId="2147483706"/>
              <ac:spMk id="8" creationId="{C2650D02-0820-9A8A-4116-BEDF09CCB83A}"/>
            </ac:spMkLst>
          </pc:spChg>
          <pc:spChg chg="add mod">
            <ac:chgData name="Tatsumi Yamamoto" userId="56ad09d3-0015-4845-9e7e-764f67d623d8" providerId="ADAL" clId="{3AD0E615-25BC-465B-92C0-7D5C430F80CC}" dt="2026-07-03T07:42:08.160" v="2157"/>
            <ac:spMkLst>
              <pc:docMk/>
              <pc:sldMasterMk cId="3267033896" sldId="2147483660"/>
              <pc:sldLayoutMk cId="3871808901" sldId="2147483706"/>
              <ac:spMk id="9" creationId="{A5410F89-63F8-6C76-0369-3CC7A018F321}"/>
            </ac:spMkLst>
          </pc:spChg>
          <pc:spChg chg="add mod">
            <ac:chgData name="Tatsumi Yamamoto" userId="56ad09d3-0015-4845-9e7e-764f67d623d8" providerId="ADAL" clId="{3AD0E615-25BC-465B-92C0-7D5C430F80CC}" dt="2026-07-03T07:42:08.211" v="2161" actId="947"/>
            <ac:spMkLst>
              <pc:docMk/>
              <pc:sldMasterMk cId="3267033896" sldId="2147483660"/>
              <pc:sldLayoutMk cId="3871808901" sldId="2147483706"/>
              <ac:spMk id="10" creationId="{54A7EC09-A990-FA01-4B2E-C511DFB8ACED}"/>
            </ac:spMkLst>
          </pc:spChg>
          <pc:spChg chg="add mod">
            <ac:chgData name="Tatsumi Yamamoto" userId="56ad09d3-0015-4845-9e7e-764f67d623d8" providerId="ADAL" clId="{3AD0E615-25BC-465B-92C0-7D5C430F80CC}" dt="2026-07-03T07:42:08.277" v="2165" actId="947"/>
            <ac:spMkLst>
              <pc:docMk/>
              <pc:sldMasterMk cId="3267033896" sldId="2147483660"/>
              <pc:sldLayoutMk cId="3871808901" sldId="2147483706"/>
              <ac:spMk id="11" creationId="{C1A8ED5D-105F-95CF-3F08-BF48932118CF}"/>
            </ac:spMkLst>
          </pc:spChg>
          <pc:spChg chg="add mod">
            <ac:chgData name="Tatsumi Yamamoto" userId="56ad09d3-0015-4845-9e7e-764f67d623d8" providerId="ADAL" clId="{3AD0E615-25BC-465B-92C0-7D5C430F80CC}" dt="2026-07-03T07:42:08.304" v="2169" actId="947"/>
            <ac:spMkLst>
              <pc:docMk/>
              <pc:sldMasterMk cId="3267033896" sldId="2147483660"/>
              <pc:sldLayoutMk cId="3871808901" sldId="2147483706"/>
              <ac:spMk id="12" creationId="{BB45A7E1-3A5E-AE5F-1CAE-5E41EC497A58}"/>
            </ac:spMkLst>
          </pc:spChg>
          <pc:spChg chg="add mod">
            <ac:chgData name="Tatsumi Yamamoto" userId="56ad09d3-0015-4845-9e7e-764f67d623d8" providerId="ADAL" clId="{3AD0E615-25BC-465B-92C0-7D5C430F80CC}" dt="2026-07-03T07:42:08.334" v="2173" actId="947"/>
            <ac:spMkLst>
              <pc:docMk/>
              <pc:sldMasterMk cId="3267033896" sldId="2147483660"/>
              <pc:sldLayoutMk cId="3871808901" sldId="2147483706"/>
              <ac:spMk id="13" creationId="{B60C487B-F448-E969-ADC2-2914D7308757}"/>
            </ac:spMkLst>
          </pc:spChg>
        </pc:sldLayoutChg>
        <pc:sldLayoutChg chg="addSp delSp modSp mod">
          <pc:chgData name="Tatsumi Yamamoto" userId="56ad09d3-0015-4845-9e7e-764f67d623d8" providerId="ADAL" clId="{3AD0E615-25BC-465B-92C0-7D5C430F80CC}" dt="2026-07-03T07:42:08.724" v="2219" actId="947"/>
          <pc:sldLayoutMkLst>
            <pc:docMk/>
            <pc:sldMasterMk cId="3267033896" sldId="2147483660"/>
            <pc:sldLayoutMk cId="2678532073" sldId="2147483707"/>
          </pc:sldLayoutMkLst>
          <pc:spChg chg="del">
            <ac:chgData name="Tatsumi Yamamoto" userId="56ad09d3-0015-4845-9e7e-764f67d623d8" providerId="ADAL" clId="{3AD0E615-25BC-465B-92C0-7D5C430F80CC}" dt="2026-07-03T07:39:47.012" v="1350"/>
            <ac:spMkLst>
              <pc:docMk/>
              <pc:sldMasterMk cId="3267033896" sldId="2147483660"/>
              <pc:sldLayoutMk cId="2678532073" sldId="2147483707"/>
              <ac:spMk id="2" creationId="{36E9156A-7C54-0ACB-6B33-A9356588D074}"/>
            </ac:spMkLst>
          </pc:spChg>
          <pc:spChg chg="del mod">
            <ac:chgData name="Tatsumi Yamamoto" userId="56ad09d3-0015-4845-9e7e-764f67d623d8" providerId="ADAL" clId="{3AD0E615-25BC-465B-92C0-7D5C430F80CC}" dt="2026-07-03T07:42:08.356" v="2175"/>
            <ac:spMkLst>
              <pc:docMk/>
              <pc:sldMasterMk cId="3267033896" sldId="2147483660"/>
              <pc:sldLayoutMk cId="2678532073" sldId="2147483707"/>
              <ac:spMk id="3" creationId="{AF6BE926-7433-DF44-B94B-AFCFD2BF5BAC}"/>
            </ac:spMkLst>
          </pc:spChg>
          <pc:spChg chg="add mod">
            <ac:chgData name="Tatsumi Yamamoto" userId="56ad09d3-0015-4845-9e7e-764f67d623d8" providerId="ADAL" clId="{3AD0E615-25BC-465B-92C0-7D5C430F80CC}" dt="2026-07-03T07:42:08.384" v="2179"/>
            <ac:spMkLst>
              <pc:docMk/>
              <pc:sldMasterMk cId="3267033896" sldId="2147483660"/>
              <pc:sldLayoutMk cId="2678532073" sldId="2147483707"/>
              <ac:spMk id="4" creationId="{79233A8C-1093-5BC2-16C2-DA6500EED6AB}"/>
            </ac:spMkLst>
          </pc:spChg>
          <pc:spChg chg="add mod">
            <ac:chgData name="Tatsumi Yamamoto" userId="56ad09d3-0015-4845-9e7e-764f67d623d8" providerId="ADAL" clId="{3AD0E615-25BC-465B-92C0-7D5C430F80CC}" dt="2026-07-03T07:42:08.419" v="2183"/>
            <ac:spMkLst>
              <pc:docMk/>
              <pc:sldMasterMk cId="3267033896" sldId="2147483660"/>
              <pc:sldLayoutMk cId="2678532073" sldId="2147483707"/>
              <ac:spMk id="5" creationId="{DD8E8BA7-0FB6-A837-96A1-16537D2E0EB6}"/>
            </ac:spMkLst>
          </pc:spChg>
          <pc:spChg chg="add mod">
            <ac:chgData name="Tatsumi Yamamoto" userId="56ad09d3-0015-4845-9e7e-764f67d623d8" providerId="ADAL" clId="{3AD0E615-25BC-465B-92C0-7D5C430F80CC}" dt="2026-07-03T07:42:08.468" v="2187"/>
            <ac:spMkLst>
              <pc:docMk/>
              <pc:sldMasterMk cId="3267033896" sldId="2147483660"/>
              <pc:sldLayoutMk cId="2678532073" sldId="2147483707"/>
              <ac:spMk id="6" creationId="{EFC95162-8ED1-D439-D200-F68F21DDD673}"/>
            </ac:spMkLst>
          </pc:spChg>
          <pc:spChg chg="add mod">
            <ac:chgData name="Tatsumi Yamamoto" userId="56ad09d3-0015-4845-9e7e-764f67d623d8" providerId="ADAL" clId="{3AD0E615-25BC-465B-92C0-7D5C430F80CC}" dt="2026-07-03T07:42:08.493" v="2191" actId="947"/>
            <ac:spMkLst>
              <pc:docMk/>
              <pc:sldMasterMk cId="3267033896" sldId="2147483660"/>
              <pc:sldLayoutMk cId="2678532073" sldId="2147483707"/>
              <ac:spMk id="7" creationId="{D57EEAE4-578D-C01D-5A1C-2629C17020A5}"/>
            </ac:spMkLst>
          </pc:spChg>
          <pc:spChg chg="add mod">
            <ac:chgData name="Tatsumi Yamamoto" userId="56ad09d3-0015-4845-9e7e-764f67d623d8" providerId="ADAL" clId="{3AD0E615-25BC-465B-92C0-7D5C430F80CC}" dt="2026-07-03T07:42:08.522" v="2195" actId="947"/>
            <ac:spMkLst>
              <pc:docMk/>
              <pc:sldMasterMk cId="3267033896" sldId="2147483660"/>
              <pc:sldLayoutMk cId="2678532073" sldId="2147483707"/>
              <ac:spMk id="8" creationId="{CC6C6CDE-4492-43F0-917A-CB1DB3CDCCF6}"/>
            </ac:spMkLst>
          </pc:spChg>
          <pc:spChg chg="add mod">
            <ac:chgData name="Tatsumi Yamamoto" userId="56ad09d3-0015-4845-9e7e-764f67d623d8" providerId="ADAL" clId="{3AD0E615-25BC-465B-92C0-7D5C430F80CC}" dt="2026-07-03T07:42:08.546" v="2199" actId="947"/>
            <ac:spMkLst>
              <pc:docMk/>
              <pc:sldMasterMk cId="3267033896" sldId="2147483660"/>
              <pc:sldLayoutMk cId="2678532073" sldId="2147483707"/>
              <ac:spMk id="9" creationId="{95FC07C8-E3BB-55A4-2660-3A8423D61AC7}"/>
            </ac:spMkLst>
          </pc:spChg>
          <pc:spChg chg="add mod">
            <ac:chgData name="Tatsumi Yamamoto" userId="56ad09d3-0015-4845-9e7e-764f67d623d8" providerId="ADAL" clId="{3AD0E615-25BC-465B-92C0-7D5C430F80CC}" dt="2026-07-03T07:42:08.572" v="2203"/>
            <ac:spMkLst>
              <pc:docMk/>
              <pc:sldMasterMk cId="3267033896" sldId="2147483660"/>
              <pc:sldLayoutMk cId="2678532073" sldId="2147483707"/>
              <ac:spMk id="10" creationId="{D3467D85-F51A-2908-4E22-EFD9C50F9C42}"/>
            </ac:spMkLst>
          </pc:spChg>
          <pc:spChg chg="add mod">
            <ac:chgData name="Tatsumi Yamamoto" userId="56ad09d3-0015-4845-9e7e-764f67d623d8" providerId="ADAL" clId="{3AD0E615-25BC-465B-92C0-7D5C430F80CC}" dt="2026-07-03T07:42:08.606" v="2207" actId="947"/>
            <ac:spMkLst>
              <pc:docMk/>
              <pc:sldMasterMk cId="3267033896" sldId="2147483660"/>
              <pc:sldLayoutMk cId="2678532073" sldId="2147483707"/>
              <ac:spMk id="11" creationId="{57A019E2-F098-90B3-82A5-FC002FF7029D}"/>
            </ac:spMkLst>
          </pc:spChg>
          <pc:spChg chg="add mod">
            <ac:chgData name="Tatsumi Yamamoto" userId="56ad09d3-0015-4845-9e7e-764f67d623d8" providerId="ADAL" clId="{3AD0E615-25BC-465B-92C0-7D5C430F80CC}" dt="2026-07-03T07:42:08.676" v="2211" actId="947"/>
            <ac:spMkLst>
              <pc:docMk/>
              <pc:sldMasterMk cId="3267033896" sldId="2147483660"/>
              <pc:sldLayoutMk cId="2678532073" sldId="2147483707"/>
              <ac:spMk id="12" creationId="{807410DB-EA86-EA47-80B1-53D4A66D4FE0}"/>
            </ac:spMkLst>
          </pc:spChg>
          <pc:spChg chg="add mod">
            <ac:chgData name="Tatsumi Yamamoto" userId="56ad09d3-0015-4845-9e7e-764f67d623d8" providerId="ADAL" clId="{3AD0E615-25BC-465B-92C0-7D5C430F80CC}" dt="2026-07-03T07:42:08.698" v="2215" actId="947"/>
            <ac:spMkLst>
              <pc:docMk/>
              <pc:sldMasterMk cId="3267033896" sldId="2147483660"/>
              <pc:sldLayoutMk cId="2678532073" sldId="2147483707"/>
              <ac:spMk id="13" creationId="{6D38A0D3-F0EC-6F53-A429-33F08FE71895}"/>
            </ac:spMkLst>
          </pc:spChg>
          <pc:spChg chg="add mod">
            <ac:chgData name="Tatsumi Yamamoto" userId="56ad09d3-0015-4845-9e7e-764f67d623d8" providerId="ADAL" clId="{3AD0E615-25BC-465B-92C0-7D5C430F80CC}" dt="2026-07-03T07:42:08.724" v="2219" actId="947"/>
            <ac:spMkLst>
              <pc:docMk/>
              <pc:sldMasterMk cId="3267033896" sldId="2147483660"/>
              <pc:sldLayoutMk cId="2678532073" sldId="2147483707"/>
              <ac:spMk id="14" creationId="{93682CD9-EC8D-C4CA-31F0-2B86CF6433EA}"/>
            </ac:spMkLst>
          </pc:spChg>
        </pc:sldLayoutChg>
        <pc:sldLayoutChg chg="addSp delSp modSp mod">
          <pc:chgData name="Tatsumi Yamamoto" userId="56ad09d3-0015-4845-9e7e-764f67d623d8" providerId="ADAL" clId="{3AD0E615-25BC-465B-92C0-7D5C430F80CC}" dt="2026-07-03T07:42:09.348" v="2265" actId="947"/>
          <pc:sldLayoutMkLst>
            <pc:docMk/>
            <pc:sldMasterMk cId="3267033896" sldId="2147483660"/>
            <pc:sldLayoutMk cId="2940214492" sldId="2147483708"/>
          </pc:sldLayoutMkLst>
          <pc:spChg chg="del">
            <ac:chgData name="Tatsumi Yamamoto" userId="56ad09d3-0015-4845-9e7e-764f67d623d8" providerId="ADAL" clId="{3AD0E615-25BC-465B-92C0-7D5C430F80CC}" dt="2026-07-03T07:39:47.855" v="1519"/>
            <ac:spMkLst>
              <pc:docMk/>
              <pc:sldMasterMk cId="3267033896" sldId="2147483660"/>
              <pc:sldLayoutMk cId="2940214492" sldId="2147483708"/>
              <ac:spMk id="2" creationId="{684EEA79-7D15-DAEB-9DA5-B6C9A4133B0B}"/>
            </ac:spMkLst>
          </pc:spChg>
          <pc:spChg chg="del mod">
            <ac:chgData name="Tatsumi Yamamoto" userId="56ad09d3-0015-4845-9e7e-764f67d623d8" providerId="ADAL" clId="{3AD0E615-25BC-465B-92C0-7D5C430F80CC}" dt="2026-07-03T07:42:08.762" v="2221"/>
            <ac:spMkLst>
              <pc:docMk/>
              <pc:sldMasterMk cId="3267033896" sldId="2147483660"/>
              <pc:sldLayoutMk cId="2940214492" sldId="2147483708"/>
              <ac:spMk id="3" creationId="{BBC62F9A-9D43-53A6-3E6B-F612B95E5CEF}"/>
            </ac:spMkLst>
          </pc:spChg>
          <pc:spChg chg="add mod">
            <ac:chgData name="Tatsumi Yamamoto" userId="56ad09d3-0015-4845-9e7e-764f67d623d8" providerId="ADAL" clId="{3AD0E615-25BC-465B-92C0-7D5C430F80CC}" dt="2026-07-03T07:42:08.796" v="2225"/>
            <ac:spMkLst>
              <pc:docMk/>
              <pc:sldMasterMk cId="3267033896" sldId="2147483660"/>
              <pc:sldLayoutMk cId="2940214492" sldId="2147483708"/>
              <ac:spMk id="4" creationId="{2E3E8448-1635-E5AE-64C7-290632DA7F74}"/>
            </ac:spMkLst>
          </pc:spChg>
          <pc:spChg chg="add mod">
            <ac:chgData name="Tatsumi Yamamoto" userId="56ad09d3-0015-4845-9e7e-764f67d623d8" providerId="ADAL" clId="{3AD0E615-25BC-465B-92C0-7D5C430F80CC}" dt="2026-07-03T07:42:08.822" v="2229"/>
            <ac:spMkLst>
              <pc:docMk/>
              <pc:sldMasterMk cId="3267033896" sldId="2147483660"/>
              <pc:sldLayoutMk cId="2940214492" sldId="2147483708"/>
              <ac:spMk id="5" creationId="{CA1B49E0-8DFB-7247-F999-9AF986E4D403}"/>
            </ac:spMkLst>
          </pc:spChg>
          <pc:spChg chg="add mod">
            <ac:chgData name="Tatsumi Yamamoto" userId="56ad09d3-0015-4845-9e7e-764f67d623d8" providerId="ADAL" clId="{3AD0E615-25BC-465B-92C0-7D5C430F80CC}" dt="2026-07-03T07:42:08.890" v="2233"/>
            <ac:spMkLst>
              <pc:docMk/>
              <pc:sldMasterMk cId="3267033896" sldId="2147483660"/>
              <pc:sldLayoutMk cId="2940214492" sldId="2147483708"/>
              <ac:spMk id="6" creationId="{9F55ED3E-A3DB-74C8-D241-D8DF4FCCEC9D}"/>
            </ac:spMkLst>
          </pc:spChg>
          <pc:spChg chg="add mod">
            <ac:chgData name="Tatsumi Yamamoto" userId="56ad09d3-0015-4845-9e7e-764f67d623d8" providerId="ADAL" clId="{3AD0E615-25BC-465B-92C0-7D5C430F80CC}" dt="2026-07-03T07:42:08.939" v="2237" actId="947"/>
            <ac:spMkLst>
              <pc:docMk/>
              <pc:sldMasterMk cId="3267033896" sldId="2147483660"/>
              <pc:sldLayoutMk cId="2940214492" sldId="2147483708"/>
              <ac:spMk id="7" creationId="{493EF373-B76C-7750-EF75-0C2E2657D382}"/>
            </ac:spMkLst>
          </pc:spChg>
          <pc:spChg chg="add mod">
            <ac:chgData name="Tatsumi Yamamoto" userId="56ad09d3-0015-4845-9e7e-764f67d623d8" providerId="ADAL" clId="{3AD0E615-25BC-465B-92C0-7D5C430F80CC}" dt="2026-07-03T07:42:08.968" v="2241" actId="947"/>
            <ac:spMkLst>
              <pc:docMk/>
              <pc:sldMasterMk cId="3267033896" sldId="2147483660"/>
              <pc:sldLayoutMk cId="2940214492" sldId="2147483708"/>
              <ac:spMk id="8" creationId="{523CD866-ED91-2996-32B8-F46965C72C59}"/>
            </ac:spMkLst>
          </pc:spChg>
          <pc:spChg chg="add mod">
            <ac:chgData name="Tatsumi Yamamoto" userId="56ad09d3-0015-4845-9e7e-764f67d623d8" providerId="ADAL" clId="{3AD0E615-25BC-465B-92C0-7D5C430F80CC}" dt="2026-07-03T07:42:08.999" v="2245" actId="947"/>
            <ac:spMkLst>
              <pc:docMk/>
              <pc:sldMasterMk cId="3267033896" sldId="2147483660"/>
              <pc:sldLayoutMk cId="2940214492" sldId="2147483708"/>
              <ac:spMk id="9" creationId="{94A50F8B-F436-8818-7C39-FF888B6DFF95}"/>
            </ac:spMkLst>
          </pc:spChg>
          <pc:spChg chg="add mod">
            <ac:chgData name="Tatsumi Yamamoto" userId="56ad09d3-0015-4845-9e7e-764f67d623d8" providerId="ADAL" clId="{3AD0E615-25BC-465B-92C0-7D5C430F80CC}" dt="2026-07-03T07:42:09.052" v="2249"/>
            <ac:spMkLst>
              <pc:docMk/>
              <pc:sldMasterMk cId="3267033896" sldId="2147483660"/>
              <pc:sldLayoutMk cId="2940214492" sldId="2147483708"/>
              <ac:spMk id="10" creationId="{24C7057B-690A-DF23-4238-74C63CD85BC7}"/>
            </ac:spMkLst>
          </pc:spChg>
          <pc:spChg chg="add mod">
            <ac:chgData name="Tatsumi Yamamoto" userId="56ad09d3-0015-4845-9e7e-764f67d623d8" providerId="ADAL" clId="{3AD0E615-25BC-465B-92C0-7D5C430F80CC}" dt="2026-07-03T07:42:09.097" v="2253" actId="947"/>
            <ac:spMkLst>
              <pc:docMk/>
              <pc:sldMasterMk cId="3267033896" sldId="2147483660"/>
              <pc:sldLayoutMk cId="2940214492" sldId="2147483708"/>
              <ac:spMk id="11" creationId="{D050CF8A-7442-875C-FB6D-0107A9ECA081}"/>
            </ac:spMkLst>
          </pc:spChg>
          <pc:spChg chg="add mod">
            <ac:chgData name="Tatsumi Yamamoto" userId="56ad09d3-0015-4845-9e7e-764f67d623d8" providerId="ADAL" clId="{3AD0E615-25BC-465B-92C0-7D5C430F80CC}" dt="2026-07-03T07:42:09.135" v="2257" actId="947"/>
            <ac:spMkLst>
              <pc:docMk/>
              <pc:sldMasterMk cId="3267033896" sldId="2147483660"/>
              <pc:sldLayoutMk cId="2940214492" sldId="2147483708"/>
              <ac:spMk id="12" creationId="{37948EA6-D438-600E-2123-5ED5CB2B5ADC}"/>
            </ac:spMkLst>
          </pc:spChg>
          <pc:spChg chg="add mod">
            <ac:chgData name="Tatsumi Yamamoto" userId="56ad09d3-0015-4845-9e7e-764f67d623d8" providerId="ADAL" clId="{3AD0E615-25BC-465B-92C0-7D5C430F80CC}" dt="2026-07-03T07:42:09.167" v="2261" actId="947"/>
            <ac:spMkLst>
              <pc:docMk/>
              <pc:sldMasterMk cId="3267033896" sldId="2147483660"/>
              <pc:sldLayoutMk cId="2940214492" sldId="2147483708"/>
              <ac:spMk id="13" creationId="{72907BF5-5B9A-9EE5-3A12-4193A846BBF1}"/>
            </ac:spMkLst>
          </pc:spChg>
          <pc:spChg chg="add mod">
            <ac:chgData name="Tatsumi Yamamoto" userId="56ad09d3-0015-4845-9e7e-764f67d623d8" providerId="ADAL" clId="{3AD0E615-25BC-465B-92C0-7D5C430F80CC}" dt="2026-07-03T07:42:09.348" v="2265" actId="947"/>
            <ac:spMkLst>
              <pc:docMk/>
              <pc:sldMasterMk cId="3267033896" sldId="2147483660"/>
              <pc:sldLayoutMk cId="2940214492" sldId="2147483708"/>
              <ac:spMk id="14" creationId="{3901AEB7-3D49-A6EA-0D1D-3A69B56F60F3}"/>
            </ac:spMkLst>
          </pc:spChg>
        </pc:sldLayoutChg>
        <pc:sldLayoutChg chg="addSp delSp modSp mod">
          <pc:chgData name="Tatsumi Yamamoto" userId="56ad09d3-0015-4845-9e7e-764f67d623d8" providerId="ADAL" clId="{3AD0E615-25BC-465B-92C0-7D5C430F80CC}" dt="2026-07-03T07:42:10.513" v="2351" actId="947"/>
          <pc:sldLayoutMkLst>
            <pc:docMk/>
            <pc:sldMasterMk cId="3267033896" sldId="2147483660"/>
            <pc:sldLayoutMk cId="4283499241" sldId="2147483709"/>
          </pc:sldLayoutMkLst>
          <pc:spChg chg="mod">
            <ac:chgData name="Tatsumi Yamamoto" userId="56ad09d3-0015-4845-9e7e-764f67d623d8" providerId="ADAL" clId="{3AD0E615-25BC-465B-92C0-7D5C430F80CC}" dt="2026-07-03T07:42:09.964" v="2291" actId="947"/>
            <ac:spMkLst>
              <pc:docMk/>
              <pc:sldMasterMk cId="3267033896" sldId="2147483660"/>
              <pc:sldLayoutMk cId="4283499241" sldId="2147483709"/>
              <ac:spMk id="2" creationId="{A157C537-AA65-EC49-ED59-29F3B647BD2A}"/>
            </ac:spMkLst>
          </pc:spChg>
          <pc:spChg chg="del mod">
            <ac:chgData name="Tatsumi Yamamoto" userId="56ad09d3-0015-4845-9e7e-764f67d623d8" providerId="ADAL" clId="{3AD0E615-25BC-465B-92C0-7D5C430F80CC}" dt="2026-07-03T07:42:09.918" v="2287"/>
            <ac:spMkLst>
              <pc:docMk/>
              <pc:sldMasterMk cId="3267033896" sldId="2147483660"/>
              <pc:sldLayoutMk cId="4283499241" sldId="2147483709"/>
              <ac:spMk id="3" creationId="{2224B5B6-1A7B-22E3-FCE0-39916D20D8A6}"/>
            </ac:spMkLst>
          </pc:spChg>
          <pc:spChg chg="add mod">
            <ac:chgData name="Tatsumi Yamamoto" userId="56ad09d3-0015-4845-9e7e-764f67d623d8" providerId="ADAL" clId="{3AD0E615-25BC-465B-92C0-7D5C430F80CC}" dt="2026-07-03T07:42:09.993" v="2295"/>
            <ac:spMkLst>
              <pc:docMk/>
              <pc:sldMasterMk cId="3267033896" sldId="2147483660"/>
              <pc:sldLayoutMk cId="4283499241" sldId="2147483709"/>
              <ac:spMk id="4" creationId="{7D2DF01A-EB27-B115-18B1-6990F4592E2B}"/>
            </ac:spMkLst>
          </pc:spChg>
          <pc:spChg chg="add mod">
            <ac:chgData name="Tatsumi Yamamoto" userId="56ad09d3-0015-4845-9e7e-764f67d623d8" providerId="ADAL" clId="{3AD0E615-25BC-465B-92C0-7D5C430F80CC}" dt="2026-07-03T07:42:10.024" v="2299"/>
            <ac:spMkLst>
              <pc:docMk/>
              <pc:sldMasterMk cId="3267033896" sldId="2147483660"/>
              <pc:sldLayoutMk cId="4283499241" sldId="2147483709"/>
              <ac:spMk id="5" creationId="{C4E9B504-DA34-9DB4-F15D-EDEE1FE9B88D}"/>
            </ac:spMkLst>
          </pc:spChg>
          <pc:spChg chg="add mod">
            <ac:chgData name="Tatsumi Yamamoto" userId="56ad09d3-0015-4845-9e7e-764f67d623d8" providerId="ADAL" clId="{3AD0E615-25BC-465B-92C0-7D5C430F80CC}" dt="2026-07-03T07:42:10.056" v="2303"/>
            <ac:spMkLst>
              <pc:docMk/>
              <pc:sldMasterMk cId="3267033896" sldId="2147483660"/>
              <pc:sldLayoutMk cId="4283499241" sldId="2147483709"/>
              <ac:spMk id="6" creationId="{F1D17F6F-6916-D9D6-6E3D-24B329DBAA73}"/>
            </ac:spMkLst>
          </pc:spChg>
          <pc:spChg chg="add mod">
            <ac:chgData name="Tatsumi Yamamoto" userId="56ad09d3-0015-4845-9e7e-764f67d623d8" providerId="ADAL" clId="{3AD0E615-25BC-465B-92C0-7D5C430F80CC}" dt="2026-07-03T07:42:10.083" v="2307" actId="947"/>
            <ac:spMkLst>
              <pc:docMk/>
              <pc:sldMasterMk cId="3267033896" sldId="2147483660"/>
              <pc:sldLayoutMk cId="4283499241" sldId="2147483709"/>
              <ac:spMk id="7" creationId="{8E27C80E-DE69-9398-2AC5-0E23DCDF3B30}"/>
            </ac:spMkLst>
          </pc:spChg>
          <pc:spChg chg="add mod">
            <ac:chgData name="Tatsumi Yamamoto" userId="56ad09d3-0015-4845-9e7e-764f67d623d8" providerId="ADAL" clId="{3AD0E615-25BC-465B-92C0-7D5C430F80CC}" dt="2026-07-03T07:42:10.117" v="2311" actId="947"/>
            <ac:spMkLst>
              <pc:docMk/>
              <pc:sldMasterMk cId="3267033896" sldId="2147483660"/>
              <pc:sldLayoutMk cId="4283499241" sldId="2147483709"/>
              <ac:spMk id="8" creationId="{1D5A89B0-EFE2-E7DB-9585-A74EE84515C0}"/>
            </ac:spMkLst>
          </pc:spChg>
          <pc:spChg chg="add mod">
            <ac:chgData name="Tatsumi Yamamoto" userId="56ad09d3-0015-4845-9e7e-764f67d623d8" providerId="ADAL" clId="{3AD0E615-25BC-465B-92C0-7D5C430F80CC}" dt="2026-07-03T07:42:10.145" v="2315" actId="947"/>
            <ac:spMkLst>
              <pc:docMk/>
              <pc:sldMasterMk cId="3267033896" sldId="2147483660"/>
              <pc:sldLayoutMk cId="4283499241" sldId="2147483709"/>
              <ac:spMk id="9" creationId="{20AB9571-AB41-A121-7226-8E05C7D66C5D}"/>
            </ac:spMkLst>
          </pc:spChg>
          <pc:spChg chg="add mod">
            <ac:chgData name="Tatsumi Yamamoto" userId="56ad09d3-0015-4845-9e7e-764f67d623d8" providerId="ADAL" clId="{3AD0E615-25BC-465B-92C0-7D5C430F80CC}" dt="2026-07-03T07:42:10.180" v="2319" actId="947"/>
            <ac:spMkLst>
              <pc:docMk/>
              <pc:sldMasterMk cId="3267033896" sldId="2147483660"/>
              <pc:sldLayoutMk cId="4283499241" sldId="2147483709"/>
              <ac:spMk id="10" creationId="{3938F0CE-FBE7-DCB5-4B56-4ED0769268D8}"/>
            </ac:spMkLst>
          </pc:spChg>
          <pc:spChg chg="add mod">
            <ac:chgData name="Tatsumi Yamamoto" userId="56ad09d3-0015-4845-9e7e-764f67d623d8" providerId="ADAL" clId="{3AD0E615-25BC-465B-92C0-7D5C430F80CC}" dt="2026-07-03T07:42:10.220" v="2323" actId="947"/>
            <ac:spMkLst>
              <pc:docMk/>
              <pc:sldMasterMk cId="3267033896" sldId="2147483660"/>
              <pc:sldLayoutMk cId="4283499241" sldId="2147483709"/>
              <ac:spMk id="11" creationId="{C8EFB395-0058-E149-A502-7AA457278613}"/>
            </ac:spMkLst>
          </pc:spChg>
          <pc:spChg chg="add mod">
            <ac:chgData name="Tatsumi Yamamoto" userId="56ad09d3-0015-4845-9e7e-764f67d623d8" providerId="ADAL" clId="{3AD0E615-25BC-465B-92C0-7D5C430F80CC}" dt="2026-07-03T07:42:10.294" v="2327" actId="947"/>
            <ac:spMkLst>
              <pc:docMk/>
              <pc:sldMasterMk cId="3267033896" sldId="2147483660"/>
              <pc:sldLayoutMk cId="4283499241" sldId="2147483709"/>
              <ac:spMk id="12" creationId="{317ABF93-D783-7107-519B-7ED6EE04BF35}"/>
            </ac:spMkLst>
          </pc:spChg>
          <pc:spChg chg="add mod">
            <ac:chgData name="Tatsumi Yamamoto" userId="56ad09d3-0015-4845-9e7e-764f67d623d8" providerId="ADAL" clId="{3AD0E615-25BC-465B-92C0-7D5C430F80CC}" dt="2026-07-03T07:42:10.319" v="2331" actId="947"/>
            <ac:spMkLst>
              <pc:docMk/>
              <pc:sldMasterMk cId="3267033896" sldId="2147483660"/>
              <pc:sldLayoutMk cId="4283499241" sldId="2147483709"/>
              <ac:spMk id="13" creationId="{4A57AEC8-7251-BDB2-2F8B-5FA5BDC2BB29}"/>
            </ac:spMkLst>
          </pc:spChg>
          <pc:spChg chg="add mod">
            <ac:chgData name="Tatsumi Yamamoto" userId="56ad09d3-0015-4845-9e7e-764f67d623d8" providerId="ADAL" clId="{3AD0E615-25BC-465B-92C0-7D5C430F80CC}" dt="2026-07-03T07:42:10.348" v="2335" actId="947"/>
            <ac:spMkLst>
              <pc:docMk/>
              <pc:sldMasterMk cId="3267033896" sldId="2147483660"/>
              <pc:sldLayoutMk cId="4283499241" sldId="2147483709"/>
              <ac:spMk id="14" creationId="{4B698B36-3D72-FE5F-ADC3-163D62BF55B6}"/>
            </ac:spMkLst>
          </pc:spChg>
          <pc:spChg chg="add mod">
            <ac:chgData name="Tatsumi Yamamoto" userId="56ad09d3-0015-4845-9e7e-764f67d623d8" providerId="ADAL" clId="{3AD0E615-25BC-465B-92C0-7D5C430F80CC}" dt="2026-07-03T07:42:10.389" v="2339" actId="947"/>
            <ac:spMkLst>
              <pc:docMk/>
              <pc:sldMasterMk cId="3267033896" sldId="2147483660"/>
              <pc:sldLayoutMk cId="4283499241" sldId="2147483709"/>
              <ac:spMk id="15" creationId="{680C8AC0-5767-B26A-0BD5-09CE5C501C52}"/>
            </ac:spMkLst>
          </pc:spChg>
          <pc:spChg chg="add mod">
            <ac:chgData name="Tatsumi Yamamoto" userId="56ad09d3-0015-4845-9e7e-764f67d623d8" providerId="ADAL" clId="{3AD0E615-25BC-465B-92C0-7D5C430F80CC}" dt="2026-07-03T07:42:10.413" v="2343" actId="947"/>
            <ac:spMkLst>
              <pc:docMk/>
              <pc:sldMasterMk cId="3267033896" sldId="2147483660"/>
              <pc:sldLayoutMk cId="4283499241" sldId="2147483709"/>
              <ac:spMk id="16" creationId="{AD54B102-BFCB-82DA-CEED-FBDE01973945}"/>
            </ac:spMkLst>
          </pc:spChg>
          <pc:spChg chg="add mod">
            <ac:chgData name="Tatsumi Yamamoto" userId="56ad09d3-0015-4845-9e7e-764f67d623d8" providerId="ADAL" clId="{3AD0E615-25BC-465B-92C0-7D5C430F80CC}" dt="2026-07-03T07:42:10.455" v="2347" actId="947"/>
            <ac:spMkLst>
              <pc:docMk/>
              <pc:sldMasterMk cId="3267033896" sldId="2147483660"/>
              <pc:sldLayoutMk cId="4283499241" sldId="2147483709"/>
              <ac:spMk id="17" creationId="{1D5C899C-6FD0-CE1F-79F8-7E8745939D31}"/>
            </ac:spMkLst>
          </pc:spChg>
          <pc:spChg chg="add mod">
            <ac:chgData name="Tatsumi Yamamoto" userId="56ad09d3-0015-4845-9e7e-764f67d623d8" providerId="ADAL" clId="{3AD0E615-25BC-465B-92C0-7D5C430F80CC}" dt="2026-07-03T07:42:10.513" v="2351" actId="947"/>
            <ac:spMkLst>
              <pc:docMk/>
              <pc:sldMasterMk cId="3267033896" sldId="2147483660"/>
              <pc:sldLayoutMk cId="4283499241" sldId="2147483709"/>
              <ac:spMk id="18" creationId="{977460B9-E2ED-99B7-3929-379E248D84DD}"/>
            </ac:spMkLst>
          </pc:spChg>
        </pc:sldLayoutChg>
        <pc:sldLayoutChg chg="addSp delSp modSp mod">
          <pc:chgData name="Tatsumi Yamamoto" userId="56ad09d3-0015-4845-9e7e-764f67d623d8" providerId="ADAL" clId="{3AD0E615-25BC-465B-92C0-7D5C430F80CC}" dt="2026-07-03T07:42:10.756" v="2389" actId="947"/>
          <pc:sldLayoutMkLst>
            <pc:docMk/>
            <pc:sldMasterMk cId="3267033896" sldId="2147483660"/>
            <pc:sldLayoutMk cId="697451680" sldId="2147483710"/>
          </pc:sldLayoutMkLst>
          <pc:spChg chg="mod">
            <ac:chgData name="Tatsumi Yamamoto" userId="56ad09d3-0015-4845-9e7e-764f67d623d8" providerId="ADAL" clId="{3AD0E615-25BC-465B-92C0-7D5C430F80CC}" dt="2026-07-03T07:42:10.563" v="2357" actId="947"/>
            <ac:spMkLst>
              <pc:docMk/>
              <pc:sldMasterMk cId="3267033896" sldId="2147483660"/>
              <pc:sldLayoutMk cId="697451680" sldId="2147483710"/>
              <ac:spMk id="2" creationId="{07E9CD90-E1D0-83A6-B412-9E9D26D92577}"/>
            </ac:spMkLst>
          </pc:spChg>
          <pc:spChg chg="del mod">
            <ac:chgData name="Tatsumi Yamamoto" userId="56ad09d3-0015-4845-9e7e-764f67d623d8" providerId="ADAL" clId="{3AD0E615-25BC-465B-92C0-7D5C430F80CC}" dt="2026-07-03T07:42:10.537" v="2353"/>
            <ac:spMkLst>
              <pc:docMk/>
              <pc:sldMasterMk cId="3267033896" sldId="2147483660"/>
              <pc:sldLayoutMk cId="697451680" sldId="2147483710"/>
              <ac:spMk id="3" creationId="{C135CD13-FEFC-D246-C16B-333705F97EDB}"/>
            </ac:spMkLst>
          </pc:spChg>
          <pc:spChg chg="add mod">
            <ac:chgData name="Tatsumi Yamamoto" userId="56ad09d3-0015-4845-9e7e-764f67d623d8" providerId="ADAL" clId="{3AD0E615-25BC-465B-92C0-7D5C430F80CC}" dt="2026-07-03T07:42:10.583" v="2361"/>
            <ac:spMkLst>
              <pc:docMk/>
              <pc:sldMasterMk cId="3267033896" sldId="2147483660"/>
              <pc:sldLayoutMk cId="697451680" sldId="2147483710"/>
              <ac:spMk id="4" creationId="{388027DA-7DBD-EC8F-2F25-89C15FB73828}"/>
            </ac:spMkLst>
          </pc:spChg>
          <pc:spChg chg="add mod">
            <ac:chgData name="Tatsumi Yamamoto" userId="56ad09d3-0015-4845-9e7e-764f67d623d8" providerId="ADAL" clId="{3AD0E615-25BC-465B-92C0-7D5C430F80CC}" dt="2026-07-03T07:42:10.600" v="2365"/>
            <ac:spMkLst>
              <pc:docMk/>
              <pc:sldMasterMk cId="3267033896" sldId="2147483660"/>
              <pc:sldLayoutMk cId="697451680" sldId="2147483710"/>
              <ac:spMk id="5" creationId="{B6AB3496-399C-E030-B85C-3E59B79D0F34}"/>
            </ac:spMkLst>
          </pc:spChg>
          <pc:spChg chg="add mod">
            <ac:chgData name="Tatsumi Yamamoto" userId="56ad09d3-0015-4845-9e7e-764f67d623d8" providerId="ADAL" clId="{3AD0E615-25BC-465B-92C0-7D5C430F80CC}" dt="2026-07-03T07:42:10.619" v="2369"/>
            <ac:spMkLst>
              <pc:docMk/>
              <pc:sldMasterMk cId="3267033896" sldId="2147483660"/>
              <pc:sldLayoutMk cId="697451680" sldId="2147483710"/>
              <ac:spMk id="6" creationId="{463F7EE3-7EAE-5BB1-79FD-7D8C19CA61D6}"/>
            </ac:spMkLst>
          </pc:spChg>
          <pc:spChg chg="add mod">
            <ac:chgData name="Tatsumi Yamamoto" userId="56ad09d3-0015-4845-9e7e-764f67d623d8" providerId="ADAL" clId="{3AD0E615-25BC-465B-92C0-7D5C430F80CC}" dt="2026-07-03T07:42:10.642" v="2373" actId="947"/>
            <ac:spMkLst>
              <pc:docMk/>
              <pc:sldMasterMk cId="3267033896" sldId="2147483660"/>
              <pc:sldLayoutMk cId="697451680" sldId="2147483710"/>
              <ac:spMk id="7" creationId="{99C4A540-E2EC-1DA5-ACE2-9CF96F5D7483}"/>
            </ac:spMkLst>
          </pc:spChg>
          <pc:spChg chg="add mod">
            <ac:chgData name="Tatsumi Yamamoto" userId="56ad09d3-0015-4845-9e7e-764f67d623d8" providerId="ADAL" clId="{3AD0E615-25BC-465B-92C0-7D5C430F80CC}" dt="2026-07-03T07:42:10.696" v="2377" actId="947"/>
            <ac:spMkLst>
              <pc:docMk/>
              <pc:sldMasterMk cId="3267033896" sldId="2147483660"/>
              <pc:sldLayoutMk cId="697451680" sldId="2147483710"/>
              <ac:spMk id="8" creationId="{3BB37931-E496-5CBC-CA8E-49E344B23128}"/>
            </ac:spMkLst>
          </pc:spChg>
          <pc:spChg chg="add mod">
            <ac:chgData name="Tatsumi Yamamoto" userId="56ad09d3-0015-4845-9e7e-764f67d623d8" providerId="ADAL" clId="{3AD0E615-25BC-465B-92C0-7D5C430F80CC}" dt="2026-07-03T07:42:10.716" v="2381" actId="947"/>
            <ac:spMkLst>
              <pc:docMk/>
              <pc:sldMasterMk cId="3267033896" sldId="2147483660"/>
              <pc:sldLayoutMk cId="697451680" sldId="2147483710"/>
              <ac:spMk id="9" creationId="{412A7A8C-7620-0BB0-4CB3-90D2BD3C6FE7}"/>
            </ac:spMkLst>
          </pc:spChg>
          <pc:spChg chg="add mod">
            <ac:chgData name="Tatsumi Yamamoto" userId="56ad09d3-0015-4845-9e7e-764f67d623d8" providerId="ADAL" clId="{3AD0E615-25BC-465B-92C0-7D5C430F80CC}" dt="2026-07-03T07:42:10.733" v="2385"/>
            <ac:spMkLst>
              <pc:docMk/>
              <pc:sldMasterMk cId="3267033896" sldId="2147483660"/>
              <pc:sldLayoutMk cId="697451680" sldId="2147483710"/>
              <ac:spMk id="10" creationId="{6A0F71C9-BAAA-739E-2790-C7E83A8C7578}"/>
            </ac:spMkLst>
          </pc:spChg>
          <pc:spChg chg="add mod">
            <ac:chgData name="Tatsumi Yamamoto" userId="56ad09d3-0015-4845-9e7e-764f67d623d8" providerId="ADAL" clId="{3AD0E615-25BC-465B-92C0-7D5C430F80CC}" dt="2026-07-03T07:42:10.756" v="2389" actId="947"/>
            <ac:spMkLst>
              <pc:docMk/>
              <pc:sldMasterMk cId="3267033896" sldId="2147483660"/>
              <pc:sldLayoutMk cId="697451680" sldId="2147483710"/>
              <ac:spMk id="11" creationId="{C49BED88-C981-0325-1F5F-B680C9EB73A7}"/>
            </ac:spMkLst>
          </pc:spChg>
        </pc:sldLayoutChg>
        <pc:sldLayoutChg chg="modSp mod">
          <pc:chgData name="Tatsumi Yamamoto" userId="56ad09d3-0015-4845-9e7e-764f67d623d8" providerId="ADAL" clId="{3AD0E615-25BC-465B-92C0-7D5C430F80CC}" dt="2026-07-03T13:54:32.959" v="2419" actId="1076"/>
          <pc:sldLayoutMkLst>
            <pc:docMk/>
            <pc:sldMasterMk cId="3267033896" sldId="2147483660"/>
            <pc:sldLayoutMk cId="3871808901" sldId="2147483715"/>
          </pc:sldLayoutMkLst>
          <pc:spChg chg="mod">
            <ac:chgData name="Tatsumi Yamamoto" userId="56ad09d3-0015-4845-9e7e-764f67d623d8" providerId="ADAL" clId="{3AD0E615-25BC-465B-92C0-7D5C430F80CC}" dt="2026-07-03T13:54:32.959" v="2419" actId="1076"/>
            <ac:spMkLst>
              <pc:docMk/>
              <pc:sldMasterMk cId="3267033896" sldId="2147483660"/>
              <pc:sldLayoutMk cId="3871808901" sldId="2147483715"/>
              <ac:spMk id="6" creationId="{3D514691-82CF-1D78-D942-42F364F71273}"/>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CFED7833-891C-3348-9D2F-0663F8C220D5}" type="datetimeFigureOut">
              <a:rPr kumimoji="1" lang="en-US" altLang="ja-JP" smtClean="0"/>
              <a:t>7/3/2026</a:t>
            </a:fld>
            <a:endParaRPr kumimoji="1" lang="ja-JP" altLang="en-US"/>
          </a:p>
        </p:txBody>
      </p:sp>
      <p:sp>
        <p:nvSpPr>
          <p:cNvPr id="4" name="フッター プレースホルダー 3"/>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8BB00CB1-63EA-F847-8EC4-6CC6F1C0B08E}" type="slidenum">
              <a:rPr kumimoji="1" lang="en-US" altLang="ja-JP" smtClean="0"/>
              <a:t>‹#›</a:t>
            </a:fld>
            <a:endParaRPr kumimoji="1" lang="ja-JP" altLang="en-US"/>
          </a:p>
        </p:txBody>
      </p:sp>
    </p:spTree>
    <p:extLst>
      <p:ext uri="{BB962C8B-B14F-4D97-AF65-F5344CB8AC3E}">
        <p14:creationId xmlns:p14="http://schemas.microsoft.com/office/powerpoint/2010/main" val="14037113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8FE93EE4-5148-4373-BFAF-8426F065D214}" type="datetimeFigureOut">
              <a:rPr kumimoji="1" lang="ja-JP" altLang="en-US" smtClean="0"/>
              <a:t>2026/7/3</a:t>
            </a:fld>
            <a:endParaRPr kumimoji="1" lang="ja-JP" altLang="en-US"/>
          </a:p>
        </p:txBody>
      </p:sp>
      <p:sp>
        <p:nvSpPr>
          <p:cNvPr id="4" name="Slide Image Placeholder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0720" y="4783307"/>
            <a:ext cx="5445760" cy="3913614"/>
          </a:xfrm>
          <a:prstGeom prst="rect">
            <a:avLst/>
          </a:prstGeom>
        </p:spPr>
        <p:txBody>
          <a:bodyPr vert="horz" lIns="91440" tIns="45720" rIns="91440" bIns="45720" rtlCol="0"/>
          <a:lstStyle/>
          <a:p>
            <a:pPr lvl="0"/>
            <a:r>
              <a:rPr kumimoji="1" lang="en-US" altLang="ja-JP"/>
              <a:t>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24B01B9-7FD4-4F48-86F8-F42E725C19DC}"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PowerPoint</a:t>
            </a:r>
            <a:r>
              <a:rPr kumimoji="1" lang="ja-JP" altLang="en-US" sz="1200" b="0" i="0" kern="1200" dirty="0">
                <a:solidFill>
                  <a:schemeClr val="tx1"/>
                </a:solidFill>
                <a:effectLst/>
                <a:latin typeface="+mn-lt"/>
                <a:ea typeface="+mn-ea"/>
                <a:cs typeface="+mn-cs"/>
              </a:rPr>
              <a:t>の「</a:t>
            </a:r>
            <a:r>
              <a:rPr kumimoji="1" lang="en-US" altLang="ja-JP" sz="1200" b="0" i="0" kern="1200" dirty="0">
                <a:solidFill>
                  <a:schemeClr val="tx1"/>
                </a:solidFill>
                <a:effectLst/>
                <a:latin typeface="+mn-lt"/>
                <a:ea typeface="+mn-ea"/>
                <a:cs typeface="+mn-cs"/>
              </a:rPr>
              <a:t>weekly New Topics</a:t>
            </a:r>
            <a:r>
              <a:rPr kumimoji="1" lang="ja-JP" altLang="en-US" sz="1200" b="0" i="0" kern="1200" dirty="0">
                <a:solidFill>
                  <a:schemeClr val="tx1"/>
                </a:solidFill>
                <a:effectLst/>
                <a:latin typeface="+mn-lt"/>
                <a:ea typeface="+mn-ea"/>
                <a:cs typeface="+mn-cs"/>
              </a:rPr>
              <a:t>」セクションにある各スライドについて、スピーカー ノート欄に以下の観点でサマリコメントを箇条書きで追加してください：</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そのトピックがユーザーにとってどのような価値をもたらすか（何がうれしいか）</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その価値がどのような技術や仕組みによって実現されているか</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従来はどうだったか、それがどうかわるのか</a:t>
            </a:r>
            <a:br>
              <a:rPr kumimoji="1" lang="en-US" altLang="ja-JP"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各コメントは</a:t>
            </a:r>
            <a:r>
              <a:rPr kumimoji="1" lang="en-US" altLang="ja-JP" sz="1200" b="0" i="0" kern="1200" dirty="0">
                <a:solidFill>
                  <a:schemeClr val="tx1"/>
                </a:solidFill>
                <a:effectLst/>
                <a:latin typeface="+mn-lt"/>
                <a:ea typeface="+mn-ea"/>
                <a:cs typeface="+mn-cs"/>
              </a:rPr>
              <a:t>3~5</a:t>
            </a:r>
            <a:r>
              <a:rPr kumimoji="1" lang="ja-JP" altLang="en-US" sz="1200" b="0" i="0" kern="1200" dirty="0">
                <a:solidFill>
                  <a:schemeClr val="tx1"/>
                </a:solidFill>
                <a:effectLst/>
                <a:latin typeface="+mn-lt"/>
                <a:ea typeface="+mn-ea"/>
                <a:cs typeface="+mn-cs"/>
              </a:rPr>
              <a:t>文程度で、簡潔かつわかりやすくまとめてください。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既存のノート欄の内容はすべて削除し、新しいコメントに置き換えてください。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コメントは各スライドの</a:t>
            </a:r>
            <a:r>
              <a:rPr kumimoji="1" lang="ja-JP" altLang="en-US" sz="1200" b="0" i="0" kern="1200" dirty="0">
                <a:solidFill>
                  <a:schemeClr val="tx1"/>
                </a:solidFill>
                <a:effectLst/>
                <a:latin typeface="+mn-lt"/>
                <a:ea typeface="+mn-ea"/>
                <a:cs typeface="+mn-cs"/>
              </a:rPr>
              <a:t>スピーカー ノート</a:t>
            </a:r>
            <a:r>
              <a:rPr kumimoji="1" lang="ja-JP" altLang="en-US" sz="1200" b="1" i="0" kern="1200" dirty="0">
                <a:solidFill>
                  <a:schemeClr val="tx1"/>
                </a:solidFill>
                <a:effectLst/>
                <a:latin typeface="+mn-lt"/>
                <a:ea typeface="+mn-ea"/>
                <a:cs typeface="+mn-cs"/>
              </a:rPr>
              <a:t>欄に直接追加してください。</a:t>
            </a:r>
            <a:br>
              <a:rPr kumimoji="1" lang="ja-JP" altLang="en-US" sz="1200" b="1" i="0" kern="1200" dirty="0">
                <a:solidFill>
                  <a:schemeClr val="tx1"/>
                </a:solidFill>
                <a:effectLst/>
                <a:latin typeface="+mn-lt"/>
                <a:ea typeface="+mn-ea"/>
                <a:cs typeface="+mn-cs"/>
              </a:rPr>
            </a:br>
            <a:br>
              <a:rPr kumimoji="1" lang="ja-JP" altLang="en-US" sz="1200" b="1" i="0" kern="1200" dirty="0">
                <a:solidFill>
                  <a:schemeClr val="tx1"/>
                </a:solidFill>
                <a:effectLst/>
                <a:latin typeface="+mn-lt"/>
                <a:ea typeface="+mn-ea"/>
                <a:cs typeface="+mn-cs"/>
              </a:rPr>
            </a:br>
            <a:r>
              <a:rPr kumimoji="1" lang="ja-JP" altLang="en-US" sz="1200" b="1" i="0" kern="1200" dirty="0">
                <a:solidFill>
                  <a:schemeClr val="tx1"/>
                </a:solidFill>
                <a:effectLst/>
                <a:latin typeface="+mn-lt"/>
                <a:ea typeface="+mn-ea"/>
                <a:cs typeface="+mn-cs"/>
              </a:rPr>
              <a:t>↓</a:t>
            </a:r>
            <a:br>
              <a:rPr kumimoji="1" lang="ja-JP" altLang="en-US" sz="1200" b="1"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いいですね、あとはノートに追加してください 既存のノートの内容は削除して</a:t>
            </a:r>
          </a:p>
          <a:p>
            <a:pPr>
              <a:buNone/>
            </a:pPr>
            <a:endParaRPr lang="ja-JP" altLang="en-US" dirty="0"/>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1</a:t>
            </a:fld>
            <a:endParaRPr kumimoji="1" lang="ja-JP" altLang="en-US"/>
          </a:p>
        </p:txBody>
      </p:sp>
    </p:spTree>
    <p:extLst>
      <p:ext uri="{BB962C8B-B14F-4D97-AF65-F5344CB8AC3E}">
        <p14:creationId xmlns:p14="http://schemas.microsoft.com/office/powerpoint/2010/main" val="25313372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PowerPoint</a:t>
            </a:r>
            <a:r>
              <a:rPr kumimoji="1" lang="ja-JP" altLang="en-US" sz="1200" b="0" i="0" kern="1200" dirty="0">
                <a:solidFill>
                  <a:schemeClr val="tx1"/>
                </a:solidFill>
                <a:effectLst/>
                <a:latin typeface="+mn-lt"/>
                <a:ea typeface="+mn-ea"/>
                <a:cs typeface="+mn-cs"/>
              </a:rPr>
              <a:t>の「</a:t>
            </a:r>
            <a:r>
              <a:rPr kumimoji="1" lang="en-US" altLang="ja-JP" sz="1200" b="0" i="0" kern="1200" dirty="0">
                <a:solidFill>
                  <a:schemeClr val="tx1"/>
                </a:solidFill>
                <a:effectLst/>
                <a:latin typeface="+mn-lt"/>
                <a:ea typeface="+mn-ea"/>
                <a:cs typeface="+mn-cs"/>
              </a:rPr>
              <a:t>weekly New Topics</a:t>
            </a:r>
            <a:r>
              <a:rPr kumimoji="1" lang="ja-JP" altLang="en-US" sz="1200" b="0" i="0" kern="1200" dirty="0">
                <a:solidFill>
                  <a:schemeClr val="tx1"/>
                </a:solidFill>
                <a:effectLst/>
                <a:latin typeface="+mn-lt"/>
                <a:ea typeface="+mn-ea"/>
                <a:cs typeface="+mn-cs"/>
              </a:rPr>
              <a:t>」セクションにある各スライドについて、スピーカー ノート欄に以下の観点でサマリコメントを箇条書きで追加してください：</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そのトピックがユーザーにとってどのような価値をもたらすか（何がうれしいか）</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その価値がどのような技術や仕組みによって実現されているか</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従来はどうだったか、それがどうかわるのか</a:t>
            </a:r>
            <a:br>
              <a:rPr kumimoji="1" lang="en-US" altLang="ja-JP"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各コメントは</a:t>
            </a:r>
            <a:r>
              <a:rPr kumimoji="1" lang="en-US" altLang="ja-JP" sz="1200" b="0" i="0" kern="1200" dirty="0">
                <a:solidFill>
                  <a:schemeClr val="tx1"/>
                </a:solidFill>
                <a:effectLst/>
                <a:latin typeface="+mn-lt"/>
                <a:ea typeface="+mn-ea"/>
                <a:cs typeface="+mn-cs"/>
              </a:rPr>
              <a:t>3~5</a:t>
            </a:r>
            <a:r>
              <a:rPr kumimoji="1" lang="ja-JP" altLang="en-US" sz="1200" b="0" i="0" kern="1200" dirty="0">
                <a:solidFill>
                  <a:schemeClr val="tx1"/>
                </a:solidFill>
                <a:effectLst/>
                <a:latin typeface="+mn-lt"/>
                <a:ea typeface="+mn-ea"/>
                <a:cs typeface="+mn-cs"/>
              </a:rPr>
              <a:t>文程度で、簡潔かつわかりやすくまとめてください。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既存のノート欄の内容はすべて削除し、新しいコメントに置き換えてください。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コメントは各スライドの</a:t>
            </a:r>
            <a:r>
              <a:rPr kumimoji="1" lang="ja-JP" altLang="en-US" sz="1200" b="0" i="0" kern="1200" dirty="0">
                <a:solidFill>
                  <a:schemeClr val="tx1"/>
                </a:solidFill>
                <a:effectLst/>
                <a:latin typeface="+mn-lt"/>
                <a:ea typeface="+mn-ea"/>
                <a:cs typeface="+mn-cs"/>
              </a:rPr>
              <a:t>スピーカー ノート</a:t>
            </a:r>
            <a:r>
              <a:rPr kumimoji="1" lang="ja-JP" altLang="en-US" sz="1200" b="1" i="0" kern="1200" dirty="0">
                <a:solidFill>
                  <a:schemeClr val="tx1"/>
                </a:solidFill>
                <a:effectLst/>
                <a:latin typeface="+mn-lt"/>
                <a:ea typeface="+mn-ea"/>
                <a:cs typeface="+mn-cs"/>
              </a:rPr>
              <a:t>欄に直接追加してください。</a:t>
            </a:r>
            <a:br>
              <a:rPr kumimoji="1" lang="ja-JP" altLang="en-US" sz="1200" b="1" i="0" kern="1200" dirty="0">
                <a:solidFill>
                  <a:schemeClr val="tx1"/>
                </a:solidFill>
                <a:effectLst/>
                <a:latin typeface="+mn-lt"/>
                <a:ea typeface="+mn-ea"/>
                <a:cs typeface="+mn-cs"/>
              </a:rPr>
            </a:br>
            <a:br>
              <a:rPr kumimoji="1" lang="ja-JP" altLang="en-US" sz="1200" b="1" i="0" kern="1200" dirty="0">
                <a:solidFill>
                  <a:schemeClr val="tx1"/>
                </a:solidFill>
                <a:effectLst/>
                <a:latin typeface="+mn-lt"/>
                <a:ea typeface="+mn-ea"/>
                <a:cs typeface="+mn-cs"/>
              </a:rPr>
            </a:br>
            <a:r>
              <a:rPr kumimoji="1" lang="ja-JP" altLang="en-US" sz="1200" b="1" i="0" kern="1200" dirty="0">
                <a:solidFill>
                  <a:schemeClr val="tx1"/>
                </a:solidFill>
                <a:effectLst/>
                <a:latin typeface="+mn-lt"/>
                <a:ea typeface="+mn-ea"/>
                <a:cs typeface="+mn-cs"/>
              </a:rPr>
              <a:t>↓</a:t>
            </a:r>
            <a:br>
              <a:rPr kumimoji="1" lang="ja-JP" altLang="en-US" sz="1200" b="1"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いいですね、あとはノートに追加してください 既存のノートの内容は削除して</a:t>
            </a:r>
          </a:p>
          <a:p>
            <a:pPr>
              <a:buNone/>
            </a:pPr>
            <a:endParaRPr lang="ja-JP" altLang="en-US" dirty="0"/>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2</a:t>
            </a:fld>
            <a:endParaRPr kumimoji="1" lang="ja-JP" altLang="en-US"/>
          </a:p>
        </p:txBody>
      </p:sp>
    </p:spTree>
    <p:extLst>
      <p:ext uri="{BB962C8B-B14F-4D97-AF65-F5344CB8AC3E}">
        <p14:creationId xmlns:p14="http://schemas.microsoft.com/office/powerpoint/2010/main" val="2531337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PowerPoint</a:t>
            </a:r>
            <a:r>
              <a:rPr kumimoji="1" lang="ja-JP" altLang="en-US" sz="1200" b="0" i="0" kern="1200" dirty="0">
                <a:solidFill>
                  <a:schemeClr val="tx1"/>
                </a:solidFill>
                <a:effectLst/>
                <a:latin typeface="+mn-lt"/>
                <a:ea typeface="+mn-ea"/>
                <a:cs typeface="+mn-cs"/>
              </a:rPr>
              <a:t>の「</a:t>
            </a:r>
            <a:r>
              <a:rPr kumimoji="1" lang="en-US" altLang="ja-JP" sz="1200" b="0" i="0" kern="1200" dirty="0">
                <a:solidFill>
                  <a:schemeClr val="tx1"/>
                </a:solidFill>
                <a:effectLst/>
                <a:latin typeface="+mn-lt"/>
                <a:ea typeface="+mn-ea"/>
                <a:cs typeface="+mn-cs"/>
              </a:rPr>
              <a:t>weekly New Topics</a:t>
            </a:r>
            <a:r>
              <a:rPr kumimoji="1" lang="ja-JP" altLang="en-US" sz="1200" b="0" i="0" kern="1200" dirty="0">
                <a:solidFill>
                  <a:schemeClr val="tx1"/>
                </a:solidFill>
                <a:effectLst/>
                <a:latin typeface="+mn-lt"/>
                <a:ea typeface="+mn-ea"/>
                <a:cs typeface="+mn-cs"/>
              </a:rPr>
              <a:t>」セクションにある各スライドについて、スピーカー ノート欄に以下の観点でサマリコメントを箇条書きで追加してください：</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そのトピックがユーザーにとってどのような価値をもたらすか（何がうれしいか）</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その価値がどのような技術や仕組みによって実現されているか</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従来はどうだったか、それがどうかわるのか</a:t>
            </a:r>
            <a:br>
              <a:rPr kumimoji="1" lang="en-US" altLang="ja-JP"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各コメントは</a:t>
            </a:r>
            <a:r>
              <a:rPr kumimoji="1" lang="en-US" altLang="ja-JP" sz="1200" b="0" i="0" kern="1200" dirty="0">
                <a:solidFill>
                  <a:schemeClr val="tx1"/>
                </a:solidFill>
                <a:effectLst/>
                <a:latin typeface="+mn-lt"/>
                <a:ea typeface="+mn-ea"/>
                <a:cs typeface="+mn-cs"/>
              </a:rPr>
              <a:t>3~5</a:t>
            </a:r>
            <a:r>
              <a:rPr kumimoji="1" lang="ja-JP" altLang="en-US" sz="1200" b="0" i="0" kern="1200" dirty="0">
                <a:solidFill>
                  <a:schemeClr val="tx1"/>
                </a:solidFill>
                <a:effectLst/>
                <a:latin typeface="+mn-lt"/>
                <a:ea typeface="+mn-ea"/>
                <a:cs typeface="+mn-cs"/>
              </a:rPr>
              <a:t>文程度で、簡潔かつわかりやすくまとめてください。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既存のノート欄の内容はすべて削除し、新しいコメントに置き換えてください。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コメントは各スライドの</a:t>
            </a:r>
            <a:r>
              <a:rPr kumimoji="1" lang="ja-JP" altLang="en-US" sz="1200" b="0" i="0" kern="1200" dirty="0">
                <a:solidFill>
                  <a:schemeClr val="tx1"/>
                </a:solidFill>
                <a:effectLst/>
                <a:latin typeface="+mn-lt"/>
                <a:ea typeface="+mn-ea"/>
                <a:cs typeface="+mn-cs"/>
              </a:rPr>
              <a:t>スピーカー ノート</a:t>
            </a:r>
            <a:r>
              <a:rPr kumimoji="1" lang="ja-JP" altLang="en-US" sz="1200" b="1" i="0" kern="1200" dirty="0">
                <a:solidFill>
                  <a:schemeClr val="tx1"/>
                </a:solidFill>
                <a:effectLst/>
                <a:latin typeface="+mn-lt"/>
                <a:ea typeface="+mn-ea"/>
                <a:cs typeface="+mn-cs"/>
              </a:rPr>
              <a:t>欄に直接追加してください。</a:t>
            </a:r>
            <a:br>
              <a:rPr kumimoji="1" lang="ja-JP" altLang="en-US" sz="1200" b="1" i="0" kern="1200" dirty="0">
                <a:solidFill>
                  <a:schemeClr val="tx1"/>
                </a:solidFill>
                <a:effectLst/>
                <a:latin typeface="+mn-lt"/>
                <a:ea typeface="+mn-ea"/>
                <a:cs typeface="+mn-cs"/>
              </a:rPr>
            </a:br>
            <a:br>
              <a:rPr kumimoji="1" lang="ja-JP" altLang="en-US" sz="1200" b="1" i="0" kern="1200" dirty="0">
                <a:solidFill>
                  <a:schemeClr val="tx1"/>
                </a:solidFill>
                <a:effectLst/>
                <a:latin typeface="+mn-lt"/>
                <a:ea typeface="+mn-ea"/>
                <a:cs typeface="+mn-cs"/>
              </a:rPr>
            </a:br>
            <a:r>
              <a:rPr kumimoji="1" lang="ja-JP" altLang="en-US" sz="1200" b="1" i="0" kern="1200" dirty="0">
                <a:solidFill>
                  <a:schemeClr val="tx1"/>
                </a:solidFill>
                <a:effectLst/>
                <a:latin typeface="+mn-lt"/>
                <a:ea typeface="+mn-ea"/>
                <a:cs typeface="+mn-cs"/>
              </a:rPr>
              <a:t>↓</a:t>
            </a:r>
            <a:br>
              <a:rPr kumimoji="1" lang="ja-JP" altLang="en-US" sz="1200" b="1"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いいですね、あとはノートに追加してください 既存のノートの内容は削除して</a:t>
            </a:r>
          </a:p>
          <a:p>
            <a:pPr>
              <a:buNone/>
            </a:pPr>
            <a:endParaRPr lang="ja-JP" altLang="en-US" dirty="0"/>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3</a:t>
            </a:fld>
            <a:endParaRPr kumimoji="1" lang="ja-JP" altLang="en-US"/>
          </a:p>
        </p:txBody>
      </p:sp>
    </p:spTree>
    <p:extLst>
      <p:ext uri="{BB962C8B-B14F-4D97-AF65-F5344CB8AC3E}">
        <p14:creationId xmlns:p14="http://schemas.microsoft.com/office/powerpoint/2010/main" val="25313372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lang="ja-JP" altLang="en-US" dirty="0">
                <a:effectLst/>
              </a:rPr>
              <a:t>このスライドに</a:t>
            </a:r>
            <a:r>
              <a:rPr lang="en-US" altLang="ja-JP" dirty="0">
                <a:effectLst/>
              </a:rPr>
              <a:t>Weekly New Topics </a:t>
            </a:r>
            <a:r>
              <a:rPr lang="ja-JP" altLang="en-US" dirty="0">
                <a:effectLst/>
              </a:rPr>
              <a:t>セクション内</a:t>
            </a:r>
            <a:r>
              <a:rPr lang="en-US" altLang="ja-JP" dirty="0">
                <a:effectLst/>
              </a:rPr>
              <a:t>(P3</a:t>
            </a:r>
            <a:r>
              <a:rPr lang="ja-JP" altLang="en-US" dirty="0">
                <a:effectLst/>
              </a:rPr>
              <a:t>～</a:t>
            </a:r>
            <a:r>
              <a:rPr lang="en-US" altLang="ja-JP" dirty="0">
                <a:effectLst/>
              </a:rPr>
              <a:t>P7)</a:t>
            </a:r>
            <a:r>
              <a:rPr lang="ja-JP" altLang="en-US" dirty="0">
                <a:effectLst/>
              </a:rPr>
              <a:t>の各スライドのサマリ、概要について記載してください！！</a:t>
            </a:r>
            <a:br>
              <a:rPr lang="ja-JP" altLang="en-US" dirty="0">
                <a:effectLst/>
              </a:rPr>
            </a:br>
            <a:r>
              <a:rPr lang="ja-JP" altLang="en-US" dirty="0">
                <a:effectLst/>
              </a:rPr>
              <a:t>（</a:t>
            </a:r>
            <a:r>
              <a:rPr lang="en-US" altLang="ja-JP" dirty="0">
                <a:effectLst/>
              </a:rPr>
              <a:t>Appendix </a:t>
            </a:r>
            <a:r>
              <a:rPr lang="ja-JP" altLang="en-US" dirty="0">
                <a:effectLst/>
              </a:rPr>
              <a:t>セクション・非表示スライドについては不要です） </a:t>
            </a:r>
            <a:br>
              <a:rPr lang="ja-JP" altLang="en-US" dirty="0">
                <a:effectLst/>
              </a:rPr>
            </a:br>
            <a:r>
              <a:rPr lang="en-US" altLang="ja-JP" dirty="0">
                <a:effectLst/>
              </a:rPr>
              <a:t>- </a:t>
            </a:r>
            <a:r>
              <a:rPr lang="ja-JP" altLang="en-US" dirty="0">
                <a:effectLst/>
              </a:rPr>
              <a:t>箇条書き で項番を振る</a:t>
            </a:r>
            <a:br>
              <a:rPr lang="ja-JP" altLang="en-US" dirty="0">
                <a:effectLst/>
              </a:rPr>
            </a:br>
            <a:r>
              <a:rPr lang="en-US" altLang="ja-JP" dirty="0">
                <a:effectLst/>
              </a:rPr>
              <a:t>- GA</a:t>
            </a:r>
            <a:r>
              <a:rPr lang="ja-JP" altLang="en-US" dirty="0">
                <a:effectLst/>
              </a:rPr>
              <a:t>かプレビューかは必ず明記、</a:t>
            </a:r>
            <a:r>
              <a:rPr lang="en-US" altLang="ja-JP" dirty="0">
                <a:effectLst/>
              </a:rPr>
              <a:t>GA</a:t>
            </a:r>
            <a:r>
              <a:rPr lang="ja-JP" altLang="en-US" dirty="0">
                <a:effectLst/>
              </a:rPr>
              <a:t>の場合 </a:t>
            </a:r>
            <a:r>
              <a:rPr lang="en-US" altLang="ja-JP" dirty="0">
                <a:effectLst/>
              </a:rPr>
              <a:t>[GA]</a:t>
            </a:r>
            <a:r>
              <a:rPr lang="ja-JP" altLang="en-US" dirty="0">
                <a:effectLst/>
              </a:rPr>
              <a:t>から書き出して、プレビューの場合は</a:t>
            </a:r>
            <a:r>
              <a:rPr lang="en-US" altLang="ja-JP" dirty="0">
                <a:effectLst/>
              </a:rPr>
              <a:t>[Preview]</a:t>
            </a:r>
            <a:r>
              <a:rPr lang="ja-JP" altLang="en-US" dirty="0">
                <a:effectLst/>
              </a:rPr>
              <a:t>で書き出して</a:t>
            </a:r>
            <a:br>
              <a:rPr lang="ja-JP" altLang="en-US" dirty="0">
                <a:effectLst/>
              </a:rPr>
            </a:br>
            <a:r>
              <a:rPr lang="en-US" altLang="ja-JP" dirty="0">
                <a:effectLst/>
              </a:rPr>
              <a:t>- </a:t>
            </a:r>
            <a:r>
              <a:rPr lang="ja-JP" altLang="en-US" dirty="0">
                <a:effectLst/>
              </a:rPr>
              <a:t>それぞれ</a:t>
            </a:r>
            <a:r>
              <a:rPr lang="en-US" altLang="ja-JP" dirty="0">
                <a:effectLst/>
              </a:rPr>
              <a:t>80~100</a:t>
            </a:r>
            <a:r>
              <a:rPr lang="ja-JP" altLang="en-US" dirty="0">
                <a:effectLst/>
              </a:rPr>
              <a:t>文字程度でお願いいたします</a:t>
            </a:r>
            <a:br>
              <a:rPr lang="ja-JP" altLang="en-US" dirty="0"/>
            </a:br>
            <a:r>
              <a:rPr lang="en-US" altLang="ja-JP" dirty="0">
                <a:effectLst/>
              </a:rPr>
              <a:t>- </a:t>
            </a:r>
            <a:r>
              <a:rPr lang="ja-JP" altLang="en-US" dirty="0">
                <a:effectLst/>
              </a:rPr>
              <a:t>参照元スライドリンクは不要</a:t>
            </a:r>
            <a:br>
              <a:rPr lang="ja-JP" altLang="en-US" dirty="0"/>
            </a:br>
            <a:r>
              <a:rPr lang="en-US" altLang="ja-JP" dirty="0"/>
              <a:t>- </a:t>
            </a:r>
            <a:r>
              <a:rPr lang="ja-JP" altLang="en-US" dirty="0"/>
              <a:t>コードブロックで表示</a:t>
            </a:r>
            <a:endParaRPr kumimoji="1" lang="ja-JP" altLang="en-US" sz="1200" b="0" i="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5"/>
          </p:nvPr>
        </p:nvSpPr>
        <p:spPr/>
        <p:txBody>
          <a:bodyPr/>
          <a:lstStyle/>
          <a:p>
            <a:fld id="{C24B01B9-7FD4-4F48-86F8-F42E725C19DC}" type="slidenum">
              <a:rPr kumimoji="1" lang="ja-JP" altLang="en-US" smtClean="0"/>
              <a:t>4</a:t>
            </a:fld>
            <a:endParaRPr kumimoji="1" lang="ja-JP" altLang="en-US"/>
          </a:p>
        </p:txBody>
      </p:sp>
    </p:spTree>
    <p:extLst>
      <p:ext uri="{BB962C8B-B14F-4D97-AF65-F5344CB8AC3E}">
        <p14:creationId xmlns:p14="http://schemas.microsoft.com/office/powerpoint/2010/main" val="240509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1AF99-D101-9632-8227-B0546D0FD88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06D306-F9C3-EB49-2420-A3E0EDA9256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21C485-124C-F994-2F12-885BED51D442}"/>
              </a:ext>
            </a:extLst>
          </p:cNvPr>
          <p:cNvSpPr>
            <a:spLocks noGrp="1"/>
          </p:cNvSpPr>
          <p:nvPr>
            <p:ph type="body" idx="1"/>
          </p:nvPr>
        </p:nvSpPr>
        <p:spPr/>
        <p:txBody>
          <a:bodyPr/>
          <a:lstStyle/>
          <a:p>
            <a:pPr>
              <a:buNone/>
            </a:pPr>
            <a:endParaRPr kumimoji="1" lang="ja-JP" altLang="en-US" sz="1200" b="0" i="0" kern="1200" dirty="0">
              <a:solidFill>
                <a:schemeClr val="tx1"/>
              </a:solidFill>
              <a:effectLst/>
              <a:latin typeface="+mn-lt"/>
              <a:ea typeface="+mn-ea"/>
              <a:cs typeface="+mn-cs"/>
            </a:endParaRPr>
          </a:p>
        </p:txBody>
      </p:sp>
      <p:sp>
        <p:nvSpPr>
          <p:cNvPr id="4" name="スライド番号プレースホルダー 3">
            <a:extLst>
              <a:ext uri="{FF2B5EF4-FFF2-40B4-BE49-F238E27FC236}">
                <a16:creationId xmlns:a16="http://schemas.microsoft.com/office/drawing/2014/main" id="{AE72EA09-27A7-414C-4313-1BF925DC88F4}"/>
              </a:ext>
            </a:extLst>
          </p:cNvPr>
          <p:cNvSpPr>
            <a:spLocks noGrp="1"/>
          </p:cNvSpPr>
          <p:nvPr>
            <p:ph type="sldNum" sz="quarter" idx="5"/>
          </p:nvPr>
        </p:nvSpPr>
        <p:spPr/>
        <p:txBody>
          <a:bodyPr/>
          <a:lstStyle/>
          <a:p>
            <a:fld id="{C24B01B9-7FD4-4F48-86F8-F42E725C19DC}" type="slidenum">
              <a:rPr kumimoji="1" lang="ja-JP" altLang="en-US" smtClean="0"/>
              <a:t>5</a:t>
            </a:fld>
            <a:endParaRPr kumimoji="1" lang="ja-JP" altLang="en-US"/>
          </a:p>
        </p:txBody>
      </p:sp>
    </p:spTree>
    <p:extLst>
      <p:ext uri="{BB962C8B-B14F-4D97-AF65-F5344CB8AC3E}">
        <p14:creationId xmlns:p14="http://schemas.microsoft.com/office/powerpoint/2010/main" val="37511094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1313-1F45-F475-6851-C44DAB002F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DF767-4168-9DD4-F324-952E8A6DF1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FC5BC-2ACE-00C4-6FBA-DD83F5F461F4}"/>
              </a:ext>
            </a:extLst>
          </p:cNvPr>
          <p:cNvSpPr>
            <a:spLocks noGrp="1"/>
          </p:cNvSpPr>
          <p:nvPr>
            <p:ph type="body" idx="1"/>
          </p:nvPr>
        </p:nvSpPr>
        <p:spPr/>
        <p:txBody>
          <a:bodyPr/>
          <a:lstStyle/>
          <a:p>
            <a:endParaRPr kumimoji="1" lang="en-US" altLang="ja-JP"/>
          </a:p>
        </p:txBody>
      </p:sp>
      <p:sp>
        <p:nvSpPr>
          <p:cNvPr id="4" name="スライド番号プレースホルダー 3">
            <a:extLst>
              <a:ext uri="{FF2B5EF4-FFF2-40B4-BE49-F238E27FC236}">
                <a16:creationId xmlns:a16="http://schemas.microsoft.com/office/drawing/2014/main" id="{CF4404A6-F1BF-77B5-4607-A402566CF994}"/>
              </a:ext>
            </a:extLst>
          </p:cNvPr>
          <p:cNvSpPr>
            <a:spLocks noGrp="1"/>
          </p:cNvSpPr>
          <p:nvPr>
            <p:ph type="sldNum" sz="quarter" idx="5"/>
          </p:nvPr>
        </p:nvSpPr>
        <p:spPr/>
        <p:txBody>
          <a:bodyPr/>
          <a:lstStyle/>
          <a:p>
            <a:fld id="{C24B01B9-7FD4-4F48-86F8-F42E725C19DC}" type="slidenum">
              <a:rPr kumimoji="1" lang="ja-JP" altLang="en-US" smtClean="0"/>
              <a:t>6</a:t>
            </a:fld>
            <a:endParaRPr kumimoji="1" lang="ja-JP" altLang="en-US"/>
          </a:p>
        </p:txBody>
      </p:sp>
    </p:spTree>
    <p:extLst>
      <p:ext uri="{BB962C8B-B14F-4D97-AF65-F5344CB8AC3E}">
        <p14:creationId xmlns:p14="http://schemas.microsoft.com/office/powerpoint/2010/main" val="883655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lang="en-US" altLang="ja-JP"/>
              <a:t>Copilot </a:t>
            </a:r>
            <a:r>
              <a:rPr lang="ja-JP" altLang="en-US"/>
              <a:t>によって生成されました</a:t>
            </a:r>
            <a:br>
              <a:rPr lang="ja-JP" altLang="en-US"/>
            </a:br>
            <a:br>
              <a:rPr lang="ja-JP" altLang="en-US"/>
            </a:br>
            <a:r>
              <a:rPr lang="ja-JP" altLang="en-US"/>
              <a:t>このスライドは</a:t>
            </a:r>
            <a:r>
              <a:rPr lang="en-US" altLang="ja-JP"/>
              <a:t>Microsoft</a:t>
            </a:r>
            <a:r>
              <a:rPr lang="ja-JP" altLang="en-US"/>
              <a:t>の著作権と免責事項を示しています。</a:t>
            </a:r>
            <a:r>
              <a:rPr lang="en-US" altLang="ja-JP"/>
              <a:t>Microsoft</a:t>
            </a:r>
            <a:r>
              <a:rPr lang="ja-JP" altLang="en-US"/>
              <a:t>の商標や情報の提供目的、内容の正確性保証の制限について明記されており、ブランドイメージの強調と法的注意事項を伝えています。プレゼンテーションの締めくくりとして、</a:t>
            </a:r>
            <a:r>
              <a:rPr lang="en-US" altLang="ja-JP"/>
              <a:t>Microsoft</a:t>
            </a:r>
            <a:r>
              <a:rPr lang="ja-JP" altLang="en-US"/>
              <a:t>の信頼性と情報の位置づけを理解いただくための重要なスライドです。 </a:t>
            </a:r>
            <a:br>
              <a:rPr lang="ja-JP" altLang="en-US"/>
            </a:br>
            <a:r>
              <a:rPr lang="en-US" altLang="ja-JP"/>
              <a:t>______</a:t>
            </a:r>
          </a:p>
          <a:p>
            <a:pPr>
              <a:buNone/>
            </a:pPr>
            <a:br>
              <a:rPr lang="en-US" altLang="ja-JP"/>
            </a:br>
            <a:r>
              <a:rPr lang="en-US" altLang="ja-JP"/>
              <a:t>Copilot </a:t>
            </a:r>
            <a:r>
              <a:rPr lang="ja-JP" altLang="en-US"/>
              <a:t>によって生成されました</a:t>
            </a:r>
            <a:br>
              <a:rPr lang="ja-JP" altLang="en-US"/>
            </a:br>
            <a:br>
              <a:rPr lang="ja-JP" altLang="en-US"/>
            </a:br>
            <a:r>
              <a:rPr lang="ja-JP" altLang="en-US"/>
              <a:t>このスライドは</a:t>
            </a:r>
            <a:r>
              <a:rPr lang="en-US" altLang="ja-JP"/>
              <a:t>Microsoft</a:t>
            </a:r>
            <a:r>
              <a:rPr lang="ja-JP" altLang="en-US"/>
              <a:t>のブランドイメージを強調するシンプルなデザインで、著作権情報と免責事項が記載されています。</a:t>
            </a:r>
            <a:r>
              <a:rPr lang="en-US" altLang="ja-JP"/>
              <a:t>Microsoft</a:t>
            </a:r>
            <a:r>
              <a:rPr lang="ja-JP" altLang="en-US"/>
              <a:t>の商標や情報の性質について説明し、内容の正確性保証はないことを明示しています。 </a:t>
            </a:r>
            <a:br>
              <a:rPr lang="ja-JP" altLang="en-US"/>
            </a:br>
            <a:r>
              <a:rPr lang="en-US" altLang="ja-JP"/>
              <a:t>______</a:t>
            </a:r>
          </a:p>
          <a:p>
            <a:pPr>
              <a:buNone/>
            </a:pPr>
            <a:br>
              <a:rPr lang="en-US" altLang="ja-JP"/>
            </a:br>
            <a:r>
              <a:rPr lang="en-US" altLang="ja-JP"/>
              <a:t>Copilot </a:t>
            </a:r>
            <a:r>
              <a:rPr lang="ja-JP" altLang="en-US"/>
              <a:t>によって生成されました</a:t>
            </a:r>
            <a:br>
              <a:rPr lang="ja-JP" altLang="en-US"/>
            </a:br>
            <a:br>
              <a:rPr lang="ja-JP" altLang="en-US"/>
            </a:br>
            <a:r>
              <a:rPr lang="ja-JP" altLang="en-US"/>
              <a:t>このスライドは</a:t>
            </a:r>
            <a:r>
              <a:rPr lang="en-US" altLang="ja-JP"/>
              <a:t>Microsoft</a:t>
            </a:r>
            <a:r>
              <a:rPr lang="ja-JP" altLang="en-US"/>
              <a:t>のブランドイメージを強調するシンプルなデザインで、著作権情報と免責事項が記載されています。</a:t>
            </a:r>
            <a:r>
              <a:rPr lang="en-US" altLang="ja-JP"/>
              <a:t>Microsoft</a:t>
            </a:r>
            <a:r>
              <a:rPr lang="ja-JP" altLang="en-US"/>
              <a:t>の商標や情報の性質についての注意喚起が含まれており、プレゼンテーションの締めくくりや公式文書としての位置づけを示しています。 </a:t>
            </a:r>
            <a:br>
              <a:rPr lang="ja-JP" altLang="en-US"/>
            </a:br>
            <a:r>
              <a:rPr lang="en-US" altLang="ja-JP"/>
              <a:t>______</a:t>
            </a:r>
          </a:p>
          <a:p>
            <a:pPr>
              <a:buNone/>
            </a:pPr>
            <a:br>
              <a:rPr lang="en-US" altLang="ja-JP"/>
            </a:br>
            <a:r>
              <a:rPr lang="en-US" altLang="ja-JP"/>
              <a:t>Copilot </a:t>
            </a:r>
            <a:r>
              <a:rPr lang="ja-JP" altLang="en-US"/>
              <a:t>によって生成されました</a:t>
            </a:r>
            <a:br>
              <a:rPr lang="ja-JP" altLang="en-US"/>
            </a:br>
            <a:br>
              <a:rPr lang="ja-JP" altLang="en-US"/>
            </a:br>
            <a:r>
              <a:rPr lang="ja-JP" altLang="en-US"/>
              <a:t>このスライドは</a:t>
            </a:r>
            <a:r>
              <a:rPr lang="en-US" altLang="ja-JP"/>
              <a:t>Microsoft</a:t>
            </a:r>
            <a:r>
              <a:rPr lang="ja-JP" altLang="en-US"/>
              <a:t>のブランドイメージを強調するためのもので、明るいシアン色の背景に</a:t>
            </a:r>
            <a:r>
              <a:rPr lang="en-US" altLang="ja-JP"/>
              <a:t>Microsoft</a:t>
            </a:r>
            <a:r>
              <a:rPr lang="ja-JP" altLang="en-US"/>
              <a:t>のロゴと著作権情報が記載されています。プレゼンテーションの締めくくりや区切りとして使用され、追加のテキストや図表はありません。 </a:t>
            </a:r>
            <a:br>
              <a:rPr lang="ja-JP" altLang="en-US"/>
            </a:br>
            <a:r>
              <a:rPr lang="en-US" altLang="ja-JP"/>
              <a:t>______</a:t>
            </a:r>
          </a:p>
          <a:p>
            <a:pPr>
              <a:buNone/>
            </a:pPr>
            <a:br>
              <a:rPr lang="en-US" altLang="ja-JP"/>
            </a:br>
            <a:r>
              <a:rPr lang="en-US" altLang="ja-JP"/>
              <a:t>Copilot </a:t>
            </a:r>
            <a:r>
              <a:rPr lang="ja-JP" altLang="en-US"/>
              <a:t>によって生成されました</a:t>
            </a:r>
            <a:br>
              <a:rPr lang="ja-JP" altLang="en-US"/>
            </a:br>
            <a:br>
              <a:rPr lang="ja-JP" altLang="en-US"/>
            </a:br>
            <a:r>
              <a:rPr lang="ja-JP" altLang="en-US"/>
              <a:t>このスライドは</a:t>
            </a:r>
            <a:r>
              <a:rPr lang="en-US" altLang="ja-JP"/>
              <a:t>Microsoft</a:t>
            </a:r>
            <a:r>
              <a:rPr lang="ja-JP" altLang="en-US"/>
              <a:t>のブランドイメージを強調するシンプルなデザインで、著作権情報と免責事項が記載されています。</a:t>
            </a:r>
            <a:r>
              <a:rPr lang="en-US" altLang="ja-JP"/>
              <a:t>Microsoft</a:t>
            </a:r>
            <a:r>
              <a:rPr lang="ja-JP" altLang="en-US"/>
              <a:t>の商標や情報の性質について説明し、内容の正確性保証や約束ではないことを明示しています。プレゼンテーションの締めくくりとして、信頼性と透明性を示す役割を果たします。 </a:t>
            </a:r>
            <a:br>
              <a:rPr lang="ja-JP" altLang="en-US"/>
            </a:br>
            <a:r>
              <a:rPr lang="en-US" altLang="ja-JP"/>
              <a:t>______</a:t>
            </a:r>
          </a:p>
          <a:p>
            <a:pPr>
              <a:buNone/>
            </a:pPr>
            <a:br>
              <a:rPr lang="en-US" altLang="ja-JP"/>
            </a:br>
            <a:r>
              <a:rPr lang="en-US" altLang="ja-JP"/>
              <a:t>Copilot </a:t>
            </a:r>
            <a:r>
              <a:rPr lang="ja-JP" altLang="en-US"/>
              <a:t>によって生成されました</a:t>
            </a:r>
            <a:br>
              <a:rPr lang="ja-JP" altLang="en-US"/>
            </a:br>
            <a:br>
              <a:rPr lang="ja-JP" altLang="en-US"/>
            </a:br>
            <a:r>
              <a:rPr lang="ja-JP" altLang="en-US"/>
              <a:t>このスライドには、</a:t>
            </a:r>
            <a:r>
              <a:rPr lang="en-US" altLang="ja-JP"/>
              <a:t>Microsoft</a:t>
            </a:r>
            <a:r>
              <a:rPr lang="ja-JP" altLang="en-US"/>
              <a:t>のロゴと著作権情報が含まれています。特に、</a:t>
            </a:r>
            <a:r>
              <a:rPr lang="en-US" altLang="ja-JP"/>
              <a:t>Microsoft</a:t>
            </a:r>
            <a:r>
              <a:rPr lang="ja-JP" altLang="en-US"/>
              <a:t>の製品名が商標であることや、情報が現在の見解を示すものであることが強調されています。 </a:t>
            </a:r>
            <a:br>
              <a:rPr lang="ja-JP" altLang="en-US"/>
            </a:br>
            <a:r>
              <a:rPr lang="en-US" altLang="ja-JP"/>
              <a:t>______</a:t>
            </a:r>
          </a:p>
          <a:p>
            <a:br>
              <a:rPr lang="en-US" altLang="ja-JP"/>
            </a:br>
            <a:r>
              <a:rPr lang="en-US" altLang="ja-JP"/>
              <a:t>Copilot </a:t>
            </a:r>
            <a:r>
              <a:rPr lang="ja-JP" altLang="en-US"/>
              <a:t>によって生成されました</a:t>
            </a:r>
            <a:br>
              <a:rPr lang="ja-JP" altLang="en-US"/>
            </a:br>
            <a:br>
              <a:rPr lang="ja-JP" altLang="en-US"/>
            </a:br>
            <a:r>
              <a:rPr lang="ja-JP" altLang="en-US"/>
              <a:t>このスライドには、スピーカー ノートを生成するためのコンテンツがありません </a:t>
            </a:r>
            <a:br>
              <a:rPr lang="ja-JP" altLang="en-US"/>
            </a:br>
            <a:r>
              <a:rPr lang="en-US" altLang="ja-JP"/>
              <a:t>______</a:t>
            </a:r>
          </a:p>
          <a:p>
            <a:br>
              <a:rPr lang="en-US" altLang="ja-JP"/>
            </a:br>
            <a:r>
              <a:rPr lang="en-US" altLang="ja-JP"/>
              <a:t>Copilot </a:t>
            </a:r>
            <a:r>
              <a:rPr lang="ja-JP" altLang="en-US"/>
              <a:t>によって生成されました</a:t>
            </a:r>
            <a:br>
              <a:rPr lang="ja-JP" altLang="en-US"/>
            </a:br>
            <a:br>
              <a:rPr lang="ja-JP" altLang="en-US"/>
            </a:br>
            <a:r>
              <a:rPr lang="ja-JP" altLang="en-US"/>
              <a:t>このスライドには、スピーカー ノートを生成するためのコンテンツがありません </a:t>
            </a:r>
            <a:br>
              <a:rPr lang="ja-JP" altLang="en-US"/>
            </a:br>
            <a:r>
              <a:rPr lang="en-US" altLang="ja-JP"/>
              <a:t>______</a:t>
            </a:r>
          </a:p>
          <a:p>
            <a:br>
              <a:rPr lang="en-US" altLang="ja-JP"/>
            </a:br>
            <a:r>
              <a:rPr lang="en-US" altLang="ja-JP"/>
              <a:t>Copilot </a:t>
            </a:r>
            <a:r>
              <a:rPr lang="ja-JP" altLang="en-US"/>
              <a:t>によって生成されました</a:t>
            </a:r>
            <a:br>
              <a:rPr lang="ja-JP" altLang="en-US"/>
            </a:br>
            <a:br>
              <a:rPr lang="ja-JP" altLang="en-US"/>
            </a:br>
            <a:r>
              <a:rPr lang="ja-JP" altLang="en-US"/>
              <a:t>このスライドには、スピーカー ノートを生成するためのコンテンツがありません </a:t>
            </a:r>
            <a:br>
              <a:rPr lang="ja-JP" altLang="en-US"/>
            </a:br>
            <a:r>
              <a:rPr lang="en-US" altLang="ja-JP"/>
              <a:t>______</a:t>
            </a:r>
          </a:p>
          <a:p>
            <a:br>
              <a:rPr lang="en-US" altLang="ja-JP"/>
            </a:br>
            <a:endParaRPr kumimoji="1" lang="ja-JP" altLang="en-US"/>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7</a:t>
            </a:fld>
            <a:endParaRPr kumimoji="1" lang="ja-JP" altLang="en-US"/>
          </a:p>
        </p:txBody>
      </p:sp>
    </p:spTree>
    <p:extLst>
      <p:ext uri="{BB962C8B-B14F-4D97-AF65-F5344CB8AC3E}">
        <p14:creationId xmlns:p14="http://schemas.microsoft.com/office/powerpoint/2010/main" val="3304467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zure Update Cover - Indigo Amber">
    <p:spTree>
      <p:nvGrpSpPr>
        <p:cNvPr id="1" name=""/>
        <p:cNvGrpSpPr/>
        <p:nvPr/>
      </p:nvGrpSpPr>
      <p:grpSpPr>
        <a:xfrm>
          <a:off x="0" y="0"/>
          <a:ext cx="0" cy="0"/>
          <a:chOff x="0" y="0"/>
          <a:chExt cx="0" cy="0"/>
        </a:xfrm>
      </p:grpSpPr>
      <p:sp>
        <p:nvSpPr>
          <p:cNvPr id="4" name="CoverBase">
            <a:extLst>
              <a:ext uri="{FF2B5EF4-FFF2-40B4-BE49-F238E27FC236}">
                <a16:creationId xmlns:a16="http://schemas.microsoft.com/office/drawing/2014/main" id="{E64ED933-7335-8673-0E68-33551B7E014B}"/>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CoverPanel">
            <a:extLst>
              <a:ext uri="{FF2B5EF4-FFF2-40B4-BE49-F238E27FC236}">
                <a16:creationId xmlns:a16="http://schemas.microsoft.com/office/drawing/2014/main" id="{A3686CD9-9CDF-469F-7383-294DE5829F2A}"/>
              </a:ext>
            </a:extLst>
          </p:cNvPr>
          <p:cNvSpPr/>
          <p:nvPr userDrawn="1"/>
        </p:nvSpPr>
        <p:spPr>
          <a:xfrm>
            <a:off x="0" y="0"/>
            <a:ext cx="4381500" cy="6858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CoverRing">
            <a:extLst>
              <a:ext uri="{FF2B5EF4-FFF2-40B4-BE49-F238E27FC236}">
                <a16:creationId xmlns:a16="http://schemas.microsoft.com/office/drawing/2014/main" id="{3D514691-82CF-1D78-D942-42F364F71273}"/>
              </a:ext>
            </a:extLst>
          </p:cNvPr>
          <p:cNvSpPr/>
          <p:nvPr userDrawn="1"/>
        </p:nvSpPr>
        <p:spPr>
          <a:xfrm>
            <a:off x="1879600" y="2476500"/>
            <a:ext cx="3048000" cy="3048000"/>
          </a:xfrm>
          <a:prstGeom prst="ellipse">
            <a:avLst/>
          </a:prstGeom>
          <a:solidFill>
            <a:srgbClr val="3B4C8A"/>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CoverAzureLabel">
            <a:extLst>
              <a:ext uri="{FF2B5EF4-FFF2-40B4-BE49-F238E27FC236}">
                <a16:creationId xmlns:a16="http://schemas.microsoft.com/office/drawing/2014/main" id="{7974BB06-209C-25D2-3CFB-4B7785215D0D}"/>
              </a:ext>
            </a:extLst>
          </p:cNvPr>
          <p:cNvSpPr txBox="1"/>
          <p:nvPr userDrawn="1"/>
        </p:nvSpPr>
        <p:spPr>
          <a:xfrm>
            <a:off x="558800" y="1574800"/>
            <a:ext cx="3429000" cy="276999"/>
          </a:xfrm>
          <a:prstGeom prst="rect">
            <a:avLst/>
          </a:prstGeom>
          <a:noFill/>
        </p:spPr>
        <p:txBody>
          <a:bodyPr vert="horz" lIns="0" tIns="0" rIns="0" bIns="0" rtlCol="0">
            <a:spAutoFit/>
          </a:bodyPr>
          <a:lstStyle/>
          <a:p>
            <a:pPr algn="l"/>
            <a:r>
              <a:rPr kumimoji="1" lang="en-US" altLang="ja-JP"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verBadge">
            <a:extLst>
              <a:ext uri="{FF2B5EF4-FFF2-40B4-BE49-F238E27FC236}">
                <a16:creationId xmlns:a16="http://schemas.microsoft.com/office/drawing/2014/main" id="{C2650D02-0820-9A8A-4116-BEDF09CCB83A}"/>
              </a:ext>
            </a:extLst>
          </p:cNvPr>
          <p:cNvSpPr/>
          <p:nvPr userDrawn="1"/>
        </p:nvSpPr>
        <p:spPr>
          <a:xfrm>
            <a:off x="609600" y="5156200"/>
            <a:ext cx="2794000" cy="5334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a:solidFill>
                  <a:srgbClr val="FFFFFF"/>
                </a:solidFill>
                <a:latin typeface="Segoe UI" panose="020B0502040204020203" pitchFamily="34" charset="0"/>
                <a:ea typeface="BIZ UDPゴシック" panose="020B0400000000000000" pitchFamily="50" charset="-128"/>
                <a:cs typeface="Segoe UI" panose="020B0502040204020203" pitchFamily="34" charset="0"/>
              </a:rPr>
              <a:t>Weekly New Topics</a:t>
            </a:r>
            <a:endParaRPr kumimoji="1" lang="ja-JP" altLang="en-US" sz="160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CoverRule">
            <a:extLst>
              <a:ext uri="{FF2B5EF4-FFF2-40B4-BE49-F238E27FC236}">
                <a16:creationId xmlns:a16="http://schemas.microsoft.com/office/drawing/2014/main" id="{A5410F89-63F8-6C76-0369-3CC7A018F321}"/>
              </a:ext>
            </a:extLst>
          </p:cNvPr>
          <p:cNvSpPr/>
          <p:nvPr userDrawn="1"/>
        </p:nvSpPr>
        <p:spPr>
          <a:xfrm>
            <a:off x="5080000" y="4216400"/>
            <a:ext cx="1219200" cy="88900"/>
          </a:xfrm>
          <a:prstGeom prst="rect">
            <a:avLst/>
          </a:prstGeom>
          <a:solidFill>
            <a:srgbClr val="3B4C8A"/>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0" name="Title 1">
            <a:extLst>
              <a:ext uri="{FF2B5EF4-FFF2-40B4-BE49-F238E27FC236}">
                <a16:creationId xmlns:a16="http://schemas.microsoft.com/office/drawing/2014/main" id="{54A7EC09-A990-FA01-4B2E-C511DFB8ACED}"/>
              </a:ext>
            </a:extLst>
          </p:cNvPr>
          <p:cNvSpPr>
            <a:spLocks noGrp="1"/>
          </p:cNvSpPr>
          <p:nvPr>
            <p:ph type="title" idx="11" hasCustomPrompt="1"/>
          </p:nvPr>
        </p:nvSpPr>
        <p:spPr>
          <a:xfrm>
            <a:off x="5080000" y="2095500"/>
            <a:ext cx="6604000" cy="1905000"/>
          </a:xfrm>
        </p:spPr>
        <p:txBody>
          <a:bodyPr lIns="0" tIns="0" rIns="0" bIns="0"/>
          <a:lstStyle>
            <a:lvl1pPr algn="l">
              <a:defRPr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en-US" altLang="ja-JP"/>
              <a:t>Azure New Topics</a:t>
            </a:r>
            <a:br>
              <a:rPr kumimoji="1" lang="en-US" altLang="ja-JP"/>
            </a:br>
            <a:r>
              <a:rPr kumimoji="1" lang="en-US" altLang="ja-JP"/>
              <a:t>Weekly Update</a:t>
            </a:r>
            <a:endParaRPr kumimoji="1" lang="ja-JP" altLang="en-US"/>
          </a:p>
        </p:txBody>
      </p:sp>
      <p:sp>
        <p:nvSpPr>
          <p:cNvPr id="11" name="SubtitlePlaceholder">
            <a:extLst>
              <a:ext uri="{FF2B5EF4-FFF2-40B4-BE49-F238E27FC236}">
                <a16:creationId xmlns:a16="http://schemas.microsoft.com/office/drawing/2014/main" id="{C1A8ED5D-105F-95CF-3F08-BF48932118CF}"/>
              </a:ext>
            </a:extLst>
          </p:cNvPr>
          <p:cNvSpPr>
            <a:spLocks noGrp="1"/>
          </p:cNvSpPr>
          <p:nvPr>
            <p:ph type="body" sz="quarter" idx="12" hasCustomPrompt="1"/>
          </p:nvPr>
        </p:nvSpPr>
        <p:spPr>
          <a:xfrm>
            <a:off x="5080000" y="4470400"/>
            <a:ext cx="6477000" cy="1397000"/>
          </a:xfrm>
          <a:prstGeom prst="rect">
            <a:avLst/>
          </a:prstGeom>
        </p:spPr>
        <p:txBody>
          <a:bodyPr lIns="0" tIns="0" rIns="0" bIns="0"/>
          <a:lstStyle>
            <a:lvl1pPr algn="l">
              <a:defRPr sz="20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{{CUSTOMER}} </a:t>
            </a:r>
            <a:r>
              <a:rPr kumimoji="1" lang="ja-JP" altLang="en-US"/>
              <a:t>御中</a:t>
            </a:r>
          </a:p>
          <a:p>
            <a:pPr lvl="0"/>
            <a:r>
              <a:rPr kumimoji="1" lang="en-US" altLang="ja-JP"/>
              <a:t>{{SYSTEM}}</a:t>
            </a:r>
            <a:r>
              <a:rPr kumimoji="1" lang="ja-JP" altLang="en-US"/>
              <a:t>向け</a:t>
            </a:r>
          </a:p>
          <a:p>
            <a:pPr lvl="0"/>
            <a:r>
              <a:rPr kumimoji="1" lang="en-US" altLang="ja-JP"/>
              <a:t>Azure </a:t>
            </a:r>
            <a:r>
              <a:rPr kumimoji="1" lang="ja-JP" altLang="en-US"/>
              <a:t>アップデート情報</a:t>
            </a:r>
          </a:p>
        </p:txBody>
      </p:sp>
      <p:sp>
        <p:nvSpPr>
          <p:cNvPr id="12" name="CoverDatePlaceholder">
            <a:extLst>
              <a:ext uri="{FF2B5EF4-FFF2-40B4-BE49-F238E27FC236}">
                <a16:creationId xmlns:a16="http://schemas.microsoft.com/office/drawing/2014/main" id="{BB45A7E1-3A5E-AE5F-1CAE-5E41EC497A58}"/>
              </a:ext>
            </a:extLst>
          </p:cNvPr>
          <p:cNvSpPr>
            <a:spLocks noGrp="1"/>
          </p:cNvSpPr>
          <p:nvPr>
            <p:ph type="body" sz="quarter" idx="13" hasCustomPrompt="1"/>
          </p:nvPr>
        </p:nvSpPr>
        <p:spPr>
          <a:xfrm>
            <a:off x="584200" y="5816600"/>
            <a:ext cx="3429000" cy="381000"/>
          </a:xfrm>
          <a:prstGeom prst="rect">
            <a:avLst/>
          </a:prstGeom>
        </p:spPr>
        <p:txBody>
          <a:bodyPr lIns="0" tIns="0" rIns="0" bIns="0"/>
          <a:lstStyle>
            <a:lvl1pPr algn="l">
              <a:defRPr sz="1600" b="0">
                <a:solidFill>
                  <a:srgbClr val="FFFFF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{{DATE}}</a:t>
            </a:r>
            <a:endParaRPr kumimoji="1" lang="ja-JP" altLang="en-US"/>
          </a:p>
        </p:txBody>
      </p:sp>
      <p:sp>
        <p:nvSpPr>
          <p:cNvPr id="13" name="CoverSpeakerPlaceholder">
            <a:extLst>
              <a:ext uri="{FF2B5EF4-FFF2-40B4-BE49-F238E27FC236}">
                <a16:creationId xmlns:a16="http://schemas.microsoft.com/office/drawing/2014/main" id="{B60C487B-F448-E969-ADC2-2914D7308757}"/>
              </a:ext>
            </a:extLst>
          </p:cNvPr>
          <p:cNvSpPr>
            <a:spLocks noGrp="1"/>
          </p:cNvSpPr>
          <p:nvPr>
            <p:ph type="body" sz="quarter" idx="14" hasCustomPrompt="1"/>
          </p:nvPr>
        </p:nvSpPr>
        <p:spPr>
          <a:xfrm>
            <a:off x="5080000" y="6286500"/>
            <a:ext cx="6477000" cy="330200"/>
          </a:xfrm>
          <a:prstGeom prst="rect">
            <a:avLst/>
          </a:prstGeom>
        </p:spPr>
        <p:txBody>
          <a:bodyPr lIns="0" tIns="0" rIns="0" bIns="0"/>
          <a:lstStyle>
            <a:lvl1pPr algn="l">
              <a:defRPr sz="13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{{SPEAKER}}</a:t>
            </a:r>
            <a:endParaRPr kumimoji="1" lang="ja-JP" altLang="en-US"/>
          </a:p>
        </p:txBody>
      </p:sp>
    </p:spTree>
    <p:extLst>
      <p:ext uri="{BB962C8B-B14F-4D97-AF65-F5344CB8AC3E}">
        <p14:creationId xmlns:p14="http://schemas.microsoft.com/office/powerpoint/2010/main" val="3871808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zure Update Cover - Azure Blue">
    <p:spTree>
      <p:nvGrpSpPr>
        <p:cNvPr id="1" name=""/>
        <p:cNvGrpSpPr/>
        <p:nvPr/>
      </p:nvGrpSpPr>
      <p:grpSpPr>
        <a:xfrm>
          <a:off x="0" y="0"/>
          <a:ext cx="0" cy="0"/>
          <a:chOff x="0" y="0"/>
          <a:chExt cx="0" cy="0"/>
        </a:xfrm>
      </p:grpSpPr>
      <p:sp>
        <p:nvSpPr>
          <p:cNvPr id="4" name="CoverBase">
            <a:extLst>
              <a:ext uri="{FF2B5EF4-FFF2-40B4-BE49-F238E27FC236}">
                <a16:creationId xmlns:a16="http://schemas.microsoft.com/office/drawing/2014/main" id="{79233A8C-1093-5BC2-16C2-DA6500EED6AB}"/>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CoverPanel">
            <a:extLst>
              <a:ext uri="{FF2B5EF4-FFF2-40B4-BE49-F238E27FC236}">
                <a16:creationId xmlns:a16="http://schemas.microsoft.com/office/drawing/2014/main" id="{DD8E8BA7-0FB6-A837-96A1-16537D2E0EB6}"/>
              </a:ext>
            </a:extLst>
          </p:cNvPr>
          <p:cNvSpPr/>
          <p:nvPr userDrawn="1"/>
        </p:nvSpPr>
        <p:spPr>
          <a:xfrm>
            <a:off x="0" y="0"/>
            <a:ext cx="12192000" cy="2133600"/>
          </a:xfrm>
          <a:prstGeom prst="rect">
            <a:avLst/>
          </a:prstGeom>
          <a:solidFill>
            <a:srgbClr val="0078D4"/>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CoverBand">
            <a:extLst>
              <a:ext uri="{FF2B5EF4-FFF2-40B4-BE49-F238E27FC236}">
                <a16:creationId xmlns:a16="http://schemas.microsoft.com/office/drawing/2014/main" id="{EFC95162-8ED1-D439-D200-F68F21DDD673}"/>
              </a:ext>
            </a:extLst>
          </p:cNvPr>
          <p:cNvSpPr/>
          <p:nvPr userDrawn="1"/>
        </p:nvSpPr>
        <p:spPr>
          <a:xfrm>
            <a:off x="0" y="2133600"/>
            <a:ext cx="12192000" cy="228600"/>
          </a:xfrm>
          <a:prstGeom prst="rect">
            <a:avLst/>
          </a:prstGeom>
          <a:solidFill>
            <a:srgbClr val="00B0F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CoverOrbLarge">
            <a:extLst>
              <a:ext uri="{FF2B5EF4-FFF2-40B4-BE49-F238E27FC236}">
                <a16:creationId xmlns:a16="http://schemas.microsoft.com/office/drawing/2014/main" id="{D57EEAE4-578D-C01D-5A1C-2629C17020A5}"/>
              </a:ext>
            </a:extLst>
          </p:cNvPr>
          <p:cNvSpPr/>
          <p:nvPr userDrawn="1"/>
        </p:nvSpPr>
        <p:spPr>
          <a:xfrm>
            <a:off x="9271000" y="-1206500"/>
            <a:ext cx="3302000" cy="3302000"/>
          </a:xfrm>
          <a:prstGeom prst="ellipse">
            <a:avLst/>
          </a:prstGeom>
          <a:solidFill>
            <a:srgbClr val="005EB8">
              <a:alpha val="88000"/>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verOrbSmall">
            <a:extLst>
              <a:ext uri="{FF2B5EF4-FFF2-40B4-BE49-F238E27FC236}">
                <a16:creationId xmlns:a16="http://schemas.microsoft.com/office/drawing/2014/main" id="{CC6C6CDE-4492-43F0-917A-CB1DB3CDCCF6}"/>
              </a:ext>
            </a:extLst>
          </p:cNvPr>
          <p:cNvSpPr/>
          <p:nvPr userDrawn="1"/>
        </p:nvSpPr>
        <p:spPr>
          <a:xfrm>
            <a:off x="533400" y="4445000"/>
            <a:ext cx="2032000" cy="2032000"/>
          </a:xfrm>
          <a:prstGeom prst="ellipse">
            <a:avLst/>
          </a:prstGeom>
          <a:solidFill>
            <a:srgbClr val="00B0F0">
              <a:alpha val="80000"/>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CoverAzureLabel">
            <a:extLst>
              <a:ext uri="{FF2B5EF4-FFF2-40B4-BE49-F238E27FC236}">
                <a16:creationId xmlns:a16="http://schemas.microsoft.com/office/drawing/2014/main" id="{95FC07C8-E3BB-55A4-2660-3A8423D61AC7}"/>
              </a:ext>
            </a:extLst>
          </p:cNvPr>
          <p:cNvSpPr txBox="1"/>
          <p:nvPr userDrawn="1"/>
        </p:nvSpPr>
        <p:spPr>
          <a:xfrm>
            <a:off x="1524000" y="787400"/>
            <a:ext cx="3429000" cy="276999"/>
          </a:xfrm>
          <a:prstGeom prst="rect">
            <a:avLst/>
          </a:prstGeom>
          <a:noFill/>
        </p:spPr>
        <p:txBody>
          <a:bodyPr vert="horz" lIns="0" tIns="0" rIns="0" bIns="0" rtlCol="0">
            <a:spAutoFit/>
          </a:bodyPr>
          <a:lstStyle/>
          <a:p>
            <a:pPr algn="l"/>
            <a:r>
              <a:rPr kumimoji="1" lang="en-US" altLang="ja-JP"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0" name="CoverRule">
            <a:extLst>
              <a:ext uri="{FF2B5EF4-FFF2-40B4-BE49-F238E27FC236}">
                <a16:creationId xmlns:a16="http://schemas.microsoft.com/office/drawing/2014/main" id="{D3467D85-F51A-2908-4E22-EFD9C50F9C42}"/>
              </a:ext>
            </a:extLst>
          </p:cNvPr>
          <p:cNvSpPr/>
          <p:nvPr userDrawn="1"/>
        </p:nvSpPr>
        <p:spPr>
          <a:xfrm>
            <a:off x="5080000" y="4216400"/>
            <a:ext cx="1524000" cy="88900"/>
          </a:xfrm>
          <a:prstGeom prst="rect">
            <a:avLst/>
          </a:prstGeom>
          <a:solidFill>
            <a:srgbClr val="00B0F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1" name="Title 1">
            <a:extLst>
              <a:ext uri="{FF2B5EF4-FFF2-40B4-BE49-F238E27FC236}">
                <a16:creationId xmlns:a16="http://schemas.microsoft.com/office/drawing/2014/main" id="{57A019E2-F098-90B3-82A5-FC002FF7029D}"/>
              </a:ext>
            </a:extLst>
          </p:cNvPr>
          <p:cNvSpPr>
            <a:spLocks noGrp="1"/>
          </p:cNvSpPr>
          <p:nvPr>
            <p:ph type="title" idx="11" hasCustomPrompt="1"/>
          </p:nvPr>
        </p:nvSpPr>
        <p:spPr>
          <a:xfrm>
            <a:off x="5080000" y="2095500"/>
            <a:ext cx="6604000" cy="1905000"/>
          </a:xfrm>
        </p:spPr>
        <p:txBody>
          <a:bodyPr lIns="0" tIns="0" rIns="0" bIns="0"/>
          <a:lstStyle>
            <a:lvl1pPr algn="l">
              <a:defRPr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en-US" altLang="ja-JP"/>
              <a:t>Azure New Topics</a:t>
            </a:r>
            <a:br>
              <a:rPr kumimoji="1" lang="en-US" altLang="ja-JP"/>
            </a:br>
            <a:r>
              <a:rPr kumimoji="1" lang="en-US" altLang="ja-JP"/>
              <a:t>Weekly Update</a:t>
            </a:r>
            <a:endParaRPr kumimoji="1" lang="ja-JP" altLang="en-US"/>
          </a:p>
        </p:txBody>
      </p:sp>
      <p:sp>
        <p:nvSpPr>
          <p:cNvPr id="12" name="SubtitlePlaceholder">
            <a:extLst>
              <a:ext uri="{FF2B5EF4-FFF2-40B4-BE49-F238E27FC236}">
                <a16:creationId xmlns:a16="http://schemas.microsoft.com/office/drawing/2014/main" id="{807410DB-EA86-EA47-80B1-53D4A66D4FE0}"/>
              </a:ext>
            </a:extLst>
          </p:cNvPr>
          <p:cNvSpPr>
            <a:spLocks noGrp="1"/>
          </p:cNvSpPr>
          <p:nvPr>
            <p:ph type="body" sz="quarter" idx="12" hasCustomPrompt="1"/>
          </p:nvPr>
        </p:nvSpPr>
        <p:spPr>
          <a:xfrm>
            <a:off x="5080000" y="4470400"/>
            <a:ext cx="6477000" cy="1397000"/>
          </a:xfrm>
          <a:prstGeom prst="rect">
            <a:avLst/>
          </a:prstGeom>
        </p:spPr>
        <p:txBody>
          <a:bodyPr lIns="0" tIns="0" rIns="0" bIns="0"/>
          <a:lstStyle>
            <a:lvl1pPr algn="l">
              <a:defRPr sz="20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{{CUSTOMER}} </a:t>
            </a:r>
            <a:r>
              <a:rPr kumimoji="1" lang="ja-JP" altLang="en-US"/>
              <a:t>御中</a:t>
            </a:r>
          </a:p>
          <a:p>
            <a:pPr lvl="0"/>
            <a:r>
              <a:rPr kumimoji="1" lang="en-US" altLang="ja-JP"/>
              <a:t>{{SYSTEM}}</a:t>
            </a:r>
            <a:r>
              <a:rPr kumimoji="1" lang="ja-JP" altLang="en-US"/>
              <a:t>向け</a:t>
            </a:r>
          </a:p>
          <a:p>
            <a:pPr lvl="0"/>
            <a:r>
              <a:rPr kumimoji="1" lang="en-US" altLang="ja-JP"/>
              <a:t>Azure </a:t>
            </a:r>
            <a:r>
              <a:rPr kumimoji="1" lang="ja-JP" altLang="en-US"/>
              <a:t>アップデート情報</a:t>
            </a:r>
          </a:p>
        </p:txBody>
      </p:sp>
      <p:sp>
        <p:nvSpPr>
          <p:cNvPr id="13" name="CoverDatePlaceholder">
            <a:extLst>
              <a:ext uri="{FF2B5EF4-FFF2-40B4-BE49-F238E27FC236}">
                <a16:creationId xmlns:a16="http://schemas.microsoft.com/office/drawing/2014/main" id="{6D38A0D3-F0EC-6F53-A429-33F08FE71895}"/>
              </a:ext>
            </a:extLst>
          </p:cNvPr>
          <p:cNvSpPr>
            <a:spLocks noGrp="1"/>
          </p:cNvSpPr>
          <p:nvPr>
            <p:ph type="body" sz="quarter" idx="13" hasCustomPrompt="1"/>
          </p:nvPr>
        </p:nvSpPr>
        <p:spPr>
          <a:xfrm>
            <a:off x="584200" y="5816600"/>
            <a:ext cx="3429000" cy="381000"/>
          </a:xfrm>
          <a:prstGeom prst="rect">
            <a:avLst/>
          </a:prstGeom>
        </p:spPr>
        <p:txBody>
          <a:bodyPr lIns="0" tIns="0" rIns="0" bIns="0"/>
          <a:lstStyle>
            <a:lvl1pPr algn="l">
              <a:defRPr sz="1600" b="0">
                <a:solidFill>
                  <a:srgbClr val="FFFFF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{{DATE}}</a:t>
            </a:r>
            <a:endParaRPr kumimoji="1" lang="ja-JP" altLang="en-US"/>
          </a:p>
        </p:txBody>
      </p:sp>
      <p:sp>
        <p:nvSpPr>
          <p:cNvPr id="14" name="CoverSpeakerPlaceholder">
            <a:extLst>
              <a:ext uri="{FF2B5EF4-FFF2-40B4-BE49-F238E27FC236}">
                <a16:creationId xmlns:a16="http://schemas.microsoft.com/office/drawing/2014/main" id="{93682CD9-EC8D-C4CA-31F0-2B86CF6433EA}"/>
              </a:ext>
            </a:extLst>
          </p:cNvPr>
          <p:cNvSpPr>
            <a:spLocks noGrp="1"/>
          </p:cNvSpPr>
          <p:nvPr>
            <p:ph type="body" sz="quarter" idx="14" hasCustomPrompt="1"/>
          </p:nvPr>
        </p:nvSpPr>
        <p:spPr>
          <a:xfrm>
            <a:off x="5080000" y="6286500"/>
            <a:ext cx="6477000" cy="330200"/>
          </a:xfrm>
          <a:prstGeom prst="rect">
            <a:avLst/>
          </a:prstGeom>
        </p:spPr>
        <p:txBody>
          <a:bodyPr lIns="0" tIns="0" rIns="0" bIns="0"/>
          <a:lstStyle>
            <a:lvl1pPr algn="l">
              <a:defRPr sz="13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{{SPEAKER}}</a:t>
            </a:r>
            <a:endParaRPr kumimoji="1" lang="ja-JP" altLang="en-US"/>
          </a:p>
        </p:txBody>
      </p:sp>
    </p:spTree>
    <p:extLst>
      <p:ext uri="{BB962C8B-B14F-4D97-AF65-F5344CB8AC3E}">
        <p14:creationId xmlns:p14="http://schemas.microsoft.com/office/powerpoint/2010/main" val="26785320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zure Update Content">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lvl1pPr>
              <a:defRPr>
                <a:latin typeface="Segoe UI" panose="020B0502040204020203" pitchFamily="34" charset="0"/>
                <a:ea typeface="BIZ UDPゴシック" panose="020B0400000000000000" pitchFamily="50" charset="-128"/>
                <a:cs typeface="Segoe UI" panose="020B0502040204020203" pitchFamily="34" charset="0"/>
              </a:defRPr>
            </a:lvl1pPr>
          </a:lstStyle>
          <a:p>
            <a:pPr>
              <a:defRPr/>
            </a:pPr>
            <a:fld id="{057595E4-A9A2-4DBB-9DF9-29E61EE6FF4B}" type="slidenum">
              <a:rPr kumimoji="0" lang="en-US" smtClean="0">
                <a:solidFill>
                  <a:prstClr val="black">
                    <a:tint val="75000"/>
                  </a:prstClr>
                </a:solidFill>
              </a:rPr>
              <a:pPr>
                <a:defRPr/>
              </a:pPr>
              <a:t>‹#›</a:t>
            </a:fld>
            <a:endParaRPr kumimoji="0" lang="en-US">
              <a:solidFill>
                <a:prstClr val="black">
                  <a:tint val="75000"/>
                </a:prstClr>
              </a:solidFill>
            </a:endParaRPr>
          </a:p>
        </p:txBody>
      </p:sp>
      <p:sp>
        <p:nvSpPr>
          <p:cNvPr id="7" name="ContentAccentBar">
            <a:extLst>
              <a:ext uri="{FF2B5EF4-FFF2-40B4-BE49-F238E27FC236}">
                <a16:creationId xmlns:a16="http://schemas.microsoft.com/office/drawing/2014/main" id="{3A1CA77B-C473-30AE-B3D9-7907F8BD51B9}"/>
              </a:ext>
            </a:extLst>
          </p:cNvPr>
          <p:cNvSpPr/>
          <p:nvPr userDrawn="1"/>
        </p:nvSpPr>
        <p:spPr>
          <a:xfrm>
            <a:off x="0" y="0"/>
            <a:ext cx="228600" cy="6858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ntentTitleRule">
            <a:extLst>
              <a:ext uri="{FF2B5EF4-FFF2-40B4-BE49-F238E27FC236}">
                <a16:creationId xmlns:a16="http://schemas.microsoft.com/office/drawing/2014/main" id="{E3ADEE4F-B9E2-310E-B0ED-45C7A5445C1B}"/>
              </a:ext>
            </a:extLst>
          </p:cNvPr>
          <p:cNvSpPr/>
          <p:nvPr userDrawn="1"/>
        </p:nvSpPr>
        <p:spPr>
          <a:xfrm>
            <a:off x="228600" y="533400"/>
            <a:ext cx="11684000" cy="254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Title 1">
            <a:extLst>
              <a:ext uri="{FF2B5EF4-FFF2-40B4-BE49-F238E27FC236}">
                <a16:creationId xmlns:a16="http://schemas.microsoft.com/office/drawing/2014/main" id="{F98BFBAA-1AF7-EE0E-0913-3016AEA8C1A3}"/>
              </a:ext>
            </a:extLst>
          </p:cNvPr>
          <p:cNvSpPr>
            <a:spLocks noGrp="1"/>
          </p:cNvSpPr>
          <p:nvPr>
            <p:ph type="title" idx="12"/>
          </p:nvPr>
        </p:nvSpPr>
        <p:spPr>
          <a:xfrm>
            <a:off x="228600" y="152400"/>
            <a:ext cx="11557000" cy="381000"/>
          </a:xfrm>
        </p:spPr>
        <p:txBody>
          <a:bodyPr lIns="0" tIns="0" rIns="0" bIns="0"/>
          <a:lstStyle>
            <a:lvl1pPr algn="l">
              <a:defRPr sz="2000" b="1">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ja-JP" altLang="en-US"/>
              <a:t>マスター タイトルの書式設定</a:t>
            </a:r>
          </a:p>
        </p:txBody>
      </p:sp>
      <p:sp>
        <p:nvSpPr>
          <p:cNvPr id="10" name="Content Placeholder 4">
            <a:extLst>
              <a:ext uri="{FF2B5EF4-FFF2-40B4-BE49-F238E27FC236}">
                <a16:creationId xmlns:a16="http://schemas.microsoft.com/office/drawing/2014/main" id="{62119DB6-FAEE-2BD9-AB08-0C23FC65142D}"/>
              </a:ext>
            </a:extLst>
          </p:cNvPr>
          <p:cNvSpPr>
            <a:spLocks noGrp="1"/>
          </p:cNvSpPr>
          <p:nvPr>
            <p:ph sz="quarter" idx="13"/>
          </p:nvPr>
        </p:nvSpPr>
        <p:spPr>
          <a:xfrm>
            <a:off x="228600" y="736600"/>
            <a:ext cx="11684000" cy="5613400"/>
          </a:xfrm>
          <a:prstGeom prst="rect">
            <a:avLst/>
          </a:prstGeom>
        </p:spPr>
        <p:txBody>
          <a:bodyPr lIns="0" tIns="0" rIns="0" bIns="0"/>
          <a:lstStyle>
            <a:lvl1pPr algn="l">
              <a:defRPr sz="16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31606473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Azure Update Cover - Teal Fresh">
    <p:spTree>
      <p:nvGrpSpPr>
        <p:cNvPr id="1" name=""/>
        <p:cNvGrpSpPr/>
        <p:nvPr/>
      </p:nvGrpSpPr>
      <p:grpSpPr>
        <a:xfrm>
          <a:off x="0" y="0"/>
          <a:ext cx="0" cy="0"/>
          <a:chOff x="0" y="0"/>
          <a:chExt cx="0" cy="0"/>
        </a:xfrm>
      </p:grpSpPr>
      <p:sp>
        <p:nvSpPr>
          <p:cNvPr id="4" name="CoverBase">
            <a:extLst>
              <a:ext uri="{FF2B5EF4-FFF2-40B4-BE49-F238E27FC236}">
                <a16:creationId xmlns:a16="http://schemas.microsoft.com/office/drawing/2014/main" id="{2E3E8448-1635-E5AE-64C7-290632DA7F74}"/>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CoverPanel">
            <a:extLst>
              <a:ext uri="{FF2B5EF4-FFF2-40B4-BE49-F238E27FC236}">
                <a16:creationId xmlns:a16="http://schemas.microsoft.com/office/drawing/2014/main" id="{CA1B49E0-8DFB-7247-F999-9AF986E4D403}"/>
              </a:ext>
            </a:extLst>
          </p:cNvPr>
          <p:cNvSpPr/>
          <p:nvPr userDrawn="1"/>
        </p:nvSpPr>
        <p:spPr>
          <a:xfrm>
            <a:off x="0" y="0"/>
            <a:ext cx="3810000" cy="6858000"/>
          </a:xfrm>
          <a:prstGeom prst="rect">
            <a:avLst/>
          </a:prstGeom>
          <a:solidFill>
            <a:srgbClr val="008C7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CoverBand">
            <a:extLst>
              <a:ext uri="{FF2B5EF4-FFF2-40B4-BE49-F238E27FC236}">
                <a16:creationId xmlns:a16="http://schemas.microsoft.com/office/drawing/2014/main" id="{9F55ED3E-A3DB-74C8-D241-D8DF4FCCEC9D}"/>
              </a:ext>
            </a:extLst>
          </p:cNvPr>
          <p:cNvSpPr/>
          <p:nvPr userDrawn="1"/>
        </p:nvSpPr>
        <p:spPr>
          <a:xfrm>
            <a:off x="3810000" y="0"/>
            <a:ext cx="457200" cy="6858000"/>
          </a:xfrm>
          <a:prstGeom prst="rect">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CoverOrbLarge">
            <a:extLst>
              <a:ext uri="{FF2B5EF4-FFF2-40B4-BE49-F238E27FC236}">
                <a16:creationId xmlns:a16="http://schemas.microsoft.com/office/drawing/2014/main" id="{493EF373-B76C-7750-EF75-0C2E2657D382}"/>
              </a:ext>
            </a:extLst>
          </p:cNvPr>
          <p:cNvSpPr/>
          <p:nvPr userDrawn="1"/>
        </p:nvSpPr>
        <p:spPr>
          <a:xfrm>
            <a:off x="8763000" y="4064000"/>
            <a:ext cx="2794000" cy="2794000"/>
          </a:xfrm>
          <a:prstGeom prst="ellipse">
            <a:avLst/>
          </a:prstGeom>
          <a:solidFill>
            <a:srgbClr val="287A4F">
              <a:alpha val="92000"/>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verAzureLabel">
            <a:extLst>
              <a:ext uri="{FF2B5EF4-FFF2-40B4-BE49-F238E27FC236}">
                <a16:creationId xmlns:a16="http://schemas.microsoft.com/office/drawing/2014/main" id="{523CD866-ED91-2996-32B8-F46965C72C59}"/>
              </a:ext>
            </a:extLst>
          </p:cNvPr>
          <p:cNvSpPr txBox="1"/>
          <p:nvPr userDrawn="1"/>
        </p:nvSpPr>
        <p:spPr>
          <a:xfrm>
            <a:off x="558800" y="1524000"/>
            <a:ext cx="3048000" cy="276999"/>
          </a:xfrm>
          <a:prstGeom prst="rect">
            <a:avLst/>
          </a:prstGeom>
          <a:noFill/>
        </p:spPr>
        <p:txBody>
          <a:bodyPr vert="horz" lIns="0" tIns="0" rIns="0" bIns="0" rtlCol="0">
            <a:spAutoFit/>
          </a:bodyPr>
          <a:lstStyle/>
          <a:p>
            <a:pPr algn="l"/>
            <a:r>
              <a:rPr kumimoji="1" lang="en-US" altLang="ja-JP"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CoverBadge">
            <a:extLst>
              <a:ext uri="{FF2B5EF4-FFF2-40B4-BE49-F238E27FC236}">
                <a16:creationId xmlns:a16="http://schemas.microsoft.com/office/drawing/2014/main" id="{94A50F8B-F436-8818-7C39-FF888B6DFF95}"/>
              </a:ext>
            </a:extLst>
          </p:cNvPr>
          <p:cNvSpPr txBox="1"/>
          <p:nvPr userDrawn="1"/>
        </p:nvSpPr>
        <p:spPr>
          <a:xfrm>
            <a:off x="584200" y="5130800"/>
            <a:ext cx="2921000" cy="246221"/>
          </a:xfrm>
          <a:prstGeom prst="rect">
            <a:avLst/>
          </a:prstGeom>
          <a:noFill/>
        </p:spPr>
        <p:txBody>
          <a:bodyPr vert="horz" lIns="0" tIns="0" rIns="0" bIns="0" rtlCol="0">
            <a:spAutoFit/>
          </a:bodyPr>
          <a:lstStyle/>
          <a:p>
            <a:pPr algn="l"/>
            <a:r>
              <a:rPr kumimoji="1" lang="en-US" altLang="ja-JP" sz="1600" b="1">
                <a:solidFill>
                  <a:srgbClr val="FFFFFF"/>
                </a:solidFill>
                <a:latin typeface="Segoe UI" panose="020B0502040204020203" pitchFamily="34" charset="0"/>
                <a:ea typeface="BIZ UDPゴシック" panose="020B0400000000000000" pitchFamily="50" charset="-128"/>
                <a:cs typeface="Segoe UI" panose="020B0502040204020203" pitchFamily="34" charset="0"/>
              </a:rPr>
              <a:t>Cloud Update Briefing</a:t>
            </a:r>
            <a:endParaRPr kumimoji="1" lang="ja-JP" altLang="en-US" sz="1600" b="1">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0" name="CoverRule">
            <a:extLst>
              <a:ext uri="{FF2B5EF4-FFF2-40B4-BE49-F238E27FC236}">
                <a16:creationId xmlns:a16="http://schemas.microsoft.com/office/drawing/2014/main" id="{24C7057B-690A-DF23-4238-74C63CD85BC7}"/>
              </a:ext>
            </a:extLst>
          </p:cNvPr>
          <p:cNvSpPr/>
          <p:nvPr userDrawn="1"/>
        </p:nvSpPr>
        <p:spPr>
          <a:xfrm>
            <a:off x="5080000" y="4216400"/>
            <a:ext cx="1219200" cy="88900"/>
          </a:xfrm>
          <a:prstGeom prst="rect">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1" name="Title 1">
            <a:extLst>
              <a:ext uri="{FF2B5EF4-FFF2-40B4-BE49-F238E27FC236}">
                <a16:creationId xmlns:a16="http://schemas.microsoft.com/office/drawing/2014/main" id="{D050CF8A-7442-875C-FB6D-0107A9ECA081}"/>
              </a:ext>
            </a:extLst>
          </p:cNvPr>
          <p:cNvSpPr>
            <a:spLocks noGrp="1"/>
          </p:cNvSpPr>
          <p:nvPr>
            <p:ph type="title" idx="11" hasCustomPrompt="1"/>
          </p:nvPr>
        </p:nvSpPr>
        <p:spPr>
          <a:xfrm>
            <a:off x="5080000" y="2095500"/>
            <a:ext cx="6604000" cy="1905000"/>
          </a:xfrm>
        </p:spPr>
        <p:txBody>
          <a:bodyPr lIns="0" tIns="0" rIns="0" bIns="0"/>
          <a:lstStyle>
            <a:lvl1pPr algn="l">
              <a:defRPr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en-US" altLang="ja-JP"/>
              <a:t>Azure New Topics</a:t>
            </a:r>
            <a:br>
              <a:rPr kumimoji="1" lang="en-US" altLang="ja-JP"/>
            </a:br>
            <a:r>
              <a:rPr kumimoji="1" lang="en-US" altLang="ja-JP"/>
              <a:t>Weekly Update</a:t>
            </a:r>
            <a:endParaRPr kumimoji="1" lang="ja-JP" altLang="en-US"/>
          </a:p>
        </p:txBody>
      </p:sp>
      <p:sp>
        <p:nvSpPr>
          <p:cNvPr id="12" name="SubtitlePlaceholder">
            <a:extLst>
              <a:ext uri="{FF2B5EF4-FFF2-40B4-BE49-F238E27FC236}">
                <a16:creationId xmlns:a16="http://schemas.microsoft.com/office/drawing/2014/main" id="{37948EA6-D438-600E-2123-5ED5CB2B5ADC}"/>
              </a:ext>
            </a:extLst>
          </p:cNvPr>
          <p:cNvSpPr>
            <a:spLocks noGrp="1"/>
          </p:cNvSpPr>
          <p:nvPr>
            <p:ph type="body" sz="quarter" idx="12" hasCustomPrompt="1"/>
          </p:nvPr>
        </p:nvSpPr>
        <p:spPr>
          <a:xfrm>
            <a:off x="5080000" y="4470400"/>
            <a:ext cx="6477000" cy="1397000"/>
          </a:xfrm>
          <a:prstGeom prst="rect">
            <a:avLst/>
          </a:prstGeom>
        </p:spPr>
        <p:txBody>
          <a:bodyPr lIns="0" tIns="0" rIns="0" bIns="0"/>
          <a:lstStyle>
            <a:lvl1pPr algn="l">
              <a:defRPr sz="20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{{CUSTOMER}} </a:t>
            </a:r>
            <a:r>
              <a:rPr kumimoji="1" lang="ja-JP" altLang="en-US"/>
              <a:t>御中</a:t>
            </a:r>
          </a:p>
          <a:p>
            <a:pPr lvl="0"/>
            <a:r>
              <a:rPr kumimoji="1" lang="en-US" altLang="ja-JP"/>
              <a:t>{{SYSTEM}}</a:t>
            </a:r>
            <a:r>
              <a:rPr kumimoji="1" lang="ja-JP" altLang="en-US"/>
              <a:t>向け</a:t>
            </a:r>
          </a:p>
          <a:p>
            <a:pPr lvl="0"/>
            <a:r>
              <a:rPr kumimoji="1" lang="en-US" altLang="ja-JP"/>
              <a:t>Azure </a:t>
            </a:r>
            <a:r>
              <a:rPr kumimoji="1" lang="ja-JP" altLang="en-US"/>
              <a:t>アップデート情報</a:t>
            </a:r>
          </a:p>
        </p:txBody>
      </p:sp>
      <p:sp>
        <p:nvSpPr>
          <p:cNvPr id="13" name="CoverDatePlaceholder">
            <a:extLst>
              <a:ext uri="{FF2B5EF4-FFF2-40B4-BE49-F238E27FC236}">
                <a16:creationId xmlns:a16="http://schemas.microsoft.com/office/drawing/2014/main" id="{72907BF5-5B9A-9EE5-3A12-4193A846BBF1}"/>
              </a:ext>
            </a:extLst>
          </p:cNvPr>
          <p:cNvSpPr>
            <a:spLocks noGrp="1"/>
          </p:cNvSpPr>
          <p:nvPr>
            <p:ph type="body" sz="quarter" idx="13" hasCustomPrompt="1"/>
          </p:nvPr>
        </p:nvSpPr>
        <p:spPr>
          <a:xfrm>
            <a:off x="584200" y="5816600"/>
            <a:ext cx="3429000" cy="381000"/>
          </a:xfrm>
          <a:prstGeom prst="rect">
            <a:avLst/>
          </a:prstGeom>
        </p:spPr>
        <p:txBody>
          <a:bodyPr lIns="0" tIns="0" rIns="0" bIns="0"/>
          <a:lstStyle>
            <a:lvl1pPr algn="l">
              <a:defRPr sz="1600" b="0">
                <a:solidFill>
                  <a:srgbClr val="FFFFF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{{DATE}}</a:t>
            </a:r>
            <a:endParaRPr kumimoji="1" lang="ja-JP" altLang="en-US"/>
          </a:p>
        </p:txBody>
      </p:sp>
      <p:sp>
        <p:nvSpPr>
          <p:cNvPr id="14" name="CoverSpeakerPlaceholder">
            <a:extLst>
              <a:ext uri="{FF2B5EF4-FFF2-40B4-BE49-F238E27FC236}">
                <a16:creationId xmlns:a16="http://schemas.microsoft.com/office/drawing/2014/main" id="{3901AEB7-3D49-A6EA-0D1D-3A69B56F60F3}"/>
              </a:ext>
            </a:extLst>
          </p:cNvPr>
          <p:cNvSpPr>
            <a:spLocks noGrp="1"/>
          </p:cNvSpPr>
          <p:nvPr>
            <p:ph type="body" sz="quarter" idx="14" hasCustomPrompt="1"/>
          </p:nvPr>
        </p:nvSpPr>
        <p:spPr>
          <a:xfrm>
            <a:off x="5080000" y="6286500"/>
            <a:ext cx="6477000" cy="330200"/>
          </a:xfrm>
          <a:prstGeom prst="rect">
            <a:avLst/>
          </a:prstGeom>
        </p:spPr>
        <p:txBody>
          <a:bodyPr lIns="0" tIns="0" rIns="0" bIns="0"/>
          <a:lstStyle>
            <a:lvl1pPr algn="l">
              <a:defRPr sz="13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{{SPEAKER}}</a:t>
            </a:r>
            <a:endParaRPr kumimoji="1" lang="ja-JP" altLang="en-US"/>
          </a:p>
        </p:txBody>
      </p:sp>
    </p:spTree>
    <p:extLst>
      <p:ext uri="{BB962C8B-B14F-4D97-AF65-F5344CB8AC3E}">
        <p14:creationId xmlns:p14="http://schemas.microsoft.com/office/powerpoint/2010/main" val="29402144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Azure Update Ending - Resources">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E9CD90-E1D0-83A6-B412-9E9D26D92577}"/>
              </a:ext>
            </a:extLst>
          </p:cNvPr>
          <p:cNvSpPr>
            <a:spLocks noGrp="1"/>
          </p:cNvSpPr>
          <p:nvPr>
            <p:ph type="title"/>
          </p:nvPr>
        </p:nvSpPr>
        <p:spPr/>
        <p:txBody>
          <a:bodyPr/>
          <a:lstStyle>
            <a:lvl1pPr>
              <a:defRPr>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ja-JP" altLang="en-US"/>
              <a:t>マスター タイトルの書式設定</a:t>
            </a:r>
          </a:p>
        </p:txBody>
      </p:sp>
      <p:sp>
        <p:nvSpPr>
          <p:cNvPr id="4" name="EndingBase">
            <a:extLst>
              <a:ext uri="{FF2B5EF4-FFF2-40B4-BE49-F238E27FC236}">
                <a16:creationId xmlns:a16="http://schemas.microsoft.com/office/drawing/2014/main" id="{388027DA-7DBD-EC8F-2F25-89C15FB73828}"/>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EndingHeader">
            <a:extLst>
              <a:ext uri="{FF2B5EF4-FFF2-40B4-BE49-F238E27FC236}">
                <a16:creationId xmlns:a16="http://schemas.microsoft.com/office/drawing/2014/main" id="{B6AB3496-399C-E030-B85C-3E59B79D0F34}"/>
              </a:ext>
            </a:extLst>
          </p:cNvPr>
          <p:cNvSpPr/>
          <p:nvPr userDrawn="1"/>
        </p:nvSpPr>
        <p:spPr>
          <a:xfrm>
            <a:off x="0" y="0"/>
            <a:ext cx="12192000" cy="1524000"/>
          </a:xfrm>
          <a:prstGeom prst="rect">
            <a:avLst/>
          </a:prstGeom>
          <a:solidFill>
            <a:srgbClr val="0078D4"/>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EndingAccent">
            <a:extLst>
              <a:ext uri="{FF2B5EF4-FFF2-40B4-BE49-F238E27FC236}">
                <a16:creationId xmlns:a16="http://schemas.microsoft.com/office/drawing/2014/main" id="{463F7EE3-7EAE-5BB1-79FD-7D8C19CA61D6}"/>
              </a:ext>
            </a:extLst>
          </p:cNvPr>
          <p:cNvSpPr/>
          <p:nvPr userDrawn="1"/>
        </p:nvSpPr>
        <p:spPr>
          <a:xfrm>
            <a:off x="0" y="1524000"/>
            <a:ext cx="12192000" cy="101600"/>
          </a:xfrm>
          <a:prstGeom prst="rect">
            <a:avLst/>
          </a:prstGeom>
          <a:solidFill>
            <a:srgbClr val="00B0F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EndingAzureLabel">
            <a:extLst>
              <a:ext uri="{FF2B5EF4-FFF2-40B4-BE49-F238E27FC236}">
                <a16:creationId xmlns:a16="http://schemas.microsoft.com/office/drawing/2014/main" id="{99C4A540-E2EC-1DA5-ACE2-9CF96F5D7483}"/>
              </a:ext>
            </a:extLst>
          </p:cNvPr>
          <p:cNvSpPr txBox="1"/>
          <p:nvPr userDrawn="1"/>
        </p:nvSpPr>
        <p:spPr>
          <a:xfrm>
            <a:off x="1371600" y="609600"/>
            <a:ext cx="3048000" cy="261610"/>
          </a:xfrm>
          <a:prstGeom prst="rect">
            <a:avLst/>
          </a:prstGeom>
          <a:noFill/>
        </p:spPr>
        <p:txBody>
          <a:bodyPr vert="horz" lIns="0" tIns="0" rIns="0" bIns="0" rtlCol="0">
            <a:spAutoFit/>
          </a:bodyPr>
          <a:lstStyle/>
          <a:p>
            <a:pPr algn="l"/>
            <a:r>
              <a:rPr kumimoji="1" lang="en-US" altLang="ja-JP" sz="17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7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EndingTitlePlaceholder">
            <a:extLst>
              <a:ext uri="{FF2B5EF4-FFF2-40B4-BE49-F238E27FC236}">
                <a16:creationId xmlns:a16="http://schemas.microsoft.com/office/drawing/2014/main" id="{3BB37931-E496-5CBC-CA8E-49E344B23128}"/>
              </a:ext>
            </a:extLst>
          </p:cNvPr>
          <p:cNvSpPr txBox="1"/>
          <p:nvPr userDrawn="1"/>
        </p:nvSpPr>
        <p:spPr>
          <a:xfrm>
            <a:off x="1016000" y="2159000"/>
            <a:ext cx="7112000" cy="523220"/>
          </a:xfrm>
          <a:prstGeom prst="rect">
            <a:avLst/>
          </a:prstGeom>
          <a:noFill/>
        </p:spPr>
        <p:txBody>
          <a:bodyPr vert="horz" lIns="0" tIns="0" rIns="0" bIns="0" rtlCol="0">
            <a:spAutoFit/>
          </a:bodyPr>
          <a:lstStyle/>
          <a:p>
            <a:pPr algn="l"/>
            <a:r>
              <a:rPr kumimoji="1" lang="en-US" altLang="ja-JP"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rPr>
              <a:t>Reference &amp; resources</a:t>
            </a:r>
            <a:endParaRPr kumimoji="1" lang="ja-JP" altLang="en-US"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EndingSubtitlePlaceholder">
            <a:extLst>
              <a:ext uri="{FF2B5EF4-FFF2-40B4-BE49-F238E27FC236}">
                <a16:creationId xmlns:a16="http://schemas.microsoft.com/office/drawing/2014/main" id="{412A7A8C-7620-0BB0-4CB3-90D2BD3C6FE7}"/>
              </a:ext>
            </a:extLst>
          </p:cNvPr>
          <p:cNvSpPr>
            <a:spLocks noGrp="1"/>
          </p:cNvSpPr>
          <p:nvPr>
            <p:ph type="body" sz="quarter" idx="11" hasCustomPrompt="1"/>
          </p:nvPr>
        </p:nvSpPr>
        <p:spPr>
          <a:xfrm>
            <a:off x="1016000" y="3111500"/>
            <a:ext cx="8763000" cy="1524000"/>
          </a:xfrm>
          <a:prstGeom prst="rect">
            <a:avLst/>
          </a:prstGeom>
        </p:spPr>
        <p:txBody>
          <a:bodyPr lIns="0" tIns="0" rIns="0" bIns="0"/>
          <a:lstStyle>
            <a:lvl1pPr algn="l">
              <a:defRPr sz="18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{{REFERENCE URLS / CONTACT}}</a:t>
            </a:r>
            <a:endParaRPr kumimoji="1" lang="ja-JP" altLang="en-US"/>
          </a:p>
        </p:txBody>
      </p:sp>
      <p:sp>
        <p:nvSpPr>
          <p:cNvPr id="10" name="EndingInfoPanel">
            <a:extLst>
              <a:ext uri="{FF2B5EF4-FFF2-40B4-BE49-F238E27FC236}">
                <a16:creationId xmlns:a16="http://schemas.microsoft.com/office/drawing/2014/main" id="{6A0F71C9-BAAA-739E-2790-C7E83A8C7578}"/>
              </a:ext>
            </a:extLst>
          </p:cNvPr>
          <p:cNvSpPr/>
          <p:nvPr userDrawn="1"/>
        </p:nvSpPr>
        <p:spPr>
          <a:xfrm>
            <a:off x="1016000" y="4953000"/>
            <a:ext cx="10160000" cy="889000"/>
          </a:xfrm>
          <a:prstGeom prst="rect">
            <a:avLst/>
          </a:prstGeom>
          <a:solidFill>
            <a:srgbClr val="005EB8"/>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1" name="EndingInfoPanelText">
            <a:extLst>
              <a:ext uri="{FF2B5EF4-FFF2-40B4-BE49-F238E27FC236}">
                <a16:creationId xmlns:a16="http://schemas.microsoft.com/office/drawing/2014/main" id="{C49BED88-C981-0325-1F5F-B680C9EB73A7}"/>
              </a:ext>
            </a:extLst>
          </p:cNvPr>
          <p:cNvSpPr txBox="1"/>
          <p:nvPr userDrawn="1"/>
        </p:nvSpPr>
        <p:spPr>
          <a:xfrm>
            <a:off x="1397000" y="5207000"/>
            <a:ext cx="9398000" cy="276999"/>
          </a:xfrm>
          <a:prstGeom prst="rect">
            <a:avLst/>
          </a:prstGeom>
          <a:noFill/>
        </p:spPr>
        <p:txBody>
          <a:bodyPr vert="horz" lIns="0" tIns="0" rIns="0" bIns="0" rtlCol="0">
            <a:spAutoFit/>
          </a:bodyPr>
          <a:lstStyle/>
          <a:p>
            <a:pPr algn="l"/>
            <a:r>
              <a:rPr kumimoji="1" lang="en-US" altLang="ja-JP"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rPr>
              <a:t>{{KEY MESSAGE}}</a:t>
            </a:r>
            <a:endParaRPr kumimoji="1" lang="ja-JP" altLang="en-US"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Tree>
    <p:extLst>
      <p:ext uri="{BB962C8B-B14F-4D97-AF65-F5344CB8AC3E}">
        <p14:creationId xmlns:p14="http://schemas.microsoft.com/office/powerpoint/2010/main" val="6974516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zure Update Body">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lvl1pPr>
              <a:defRPr>
                <a:latin typeface="Segoe UI" panose="020B0502040204020203" pitchFamily="34" charset="0"/>
                <a:ea typeface="BIZ UDPゴシック" panose="020B0400000000000000" pitchFamily="50" charset="-128"/>
                <a:cs typeface="Segoe UI" panose="020B0502040204020203" pitchFamily="34" charset="0"/>
              </a:defRPr>
            </a:lvl1pPr>
          </a:lstStyle>
          <a:p>
            <a:pPr>
              <a:defRPr/>
            </a:pPr>
            <a:fld id="{057595E4-A9A2-4DBB-9DF9-29E61EE6FF4B}" type="slidenum">
              <a:rPr kumimoji="0" lang="en-US" smtClean="0">
                <a:solidFill>
                  <a:prstClr val="black">
                    <a:tint val="75000"/>
                  </a:prstClr>
                </a:solidFill>
              </a:rPr>
              <a:pPr>
                <a:defRPr/>
              </a:pPr>
              <a:t>‹#›</a:t>
            </a:fld>
            <a:endParaRPr kumimoji="0" lang="en-US">
              <a:solidFill>
                <a:prstClr val="black">
                  <a:tint val="75000"/>
                </a:prstClr>
              </a:solidFill>
            </a:endParaRPr>
          </a:p>
        </p:txBody>
      </p:sp>
      <p:sp>
        <p:nvSpPr>
          <p:cNvPr id="6" name="BodyAccentBar">
            <a:extLst>
              <a:ext uri="{FF2B5EF4-FFF2-40B4-BE49-F238E27FC236}">
                <a16:creationId xmlns:a16="http://schemas.microsoft.com/office/drawing/2014/main" id="{2D58BF5E-FB48-944D-D326-D8C8A023026E}"/>
              </a:ext>
            </a:extLst>
          </p:cNvPr>
          <p:cNvSpPr/>
          <p:nvPr userDrawn="1"/>
        </p:nvSpPr>
        <p:spPr>
          <a:xfrm>
            <a:off x="0" y="0"/>
            <a:ext cx="127000" cy="6858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BodyTitleRule">
            <a:extLst>
              <a:ext uri="{FF2B5EF4-FFF2-40B4-BE49-F238E27FC236}">
                <a16:creationId xmlns:a16="http://schemas.microsoft.com/office/drawing/2014/main" id="{382B1EB5-A7CA-88D7-20DD-9007228F87FC}"/>
              </a:ext>
            </a:extLst>
          </p:cNvPr>
          <p:cNvSpPr/>
          <p:nvPr userDrawn="1"/>
        </p:nvSpPr>
        <p:spPr>
          <a:xfrm>
            <a:off x="190500" y="1066800"/>
            <a:ext cx="11811000" cy="254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Title 1">
            <a:extLst>
              <a:ext uri="{FF2B5EF4-FFF2-40B4-BE49-F238E27FC236}">
                <a16:creationId xmlns:a16="http://schemas.microsoft.com/office/drawing/2014/main" id="{060B65E1-AA93-08AE-6A63-E61A1D417A82}"/>
              </a:ext>
            </a:extLst>
          </p:cNvPr>
          <p:cNvSpPr>
            <a:spLocks noGrp="1"/>
          </p:cNvSpPr>
          <p:nvPr>
            <p:ph type="title" idx="12"/>
          </p:nvPr>
        </p:nvSpPr>
        <p:spPr>
          <a:xfrm>
            <a:off x="190500" y="152400"/>
            <a:ext cx="10541000" cy="952500"/>
          </a:xfrm>
        </p:spPr>
        <p:txBody>
          <a:bodyPr lIns="0" tIns="0" rIns="0" bIns="0"/>
          <a:lstStyle>
            <a:lvl1pPr algn="l">
              <a:defRPr sz="2400" b="1">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ja-JP" altLang="en-US"/>
              <a:t>マスター タイトルの書式設定</a:t>
            </a:r>
          </a:p>
        </p:txBody>
      </p:sp>
      <p:sp>
        <p:nvSpPr>
          <p:cNvPr id="10" name="Content Placeholder 4">
            <a:extLst>
              <a:ext uri="{FF2B5EF4-FFF2-40B4-BE49-F238E27FC236}">
                <a16:creationId xmlns:a16="http://schemas.microsoft.com/office/drawing/2014/main" id="{ADD512BC-66F3-43B2-0D6C-D496D61848A3}"/>
              </a:ext>
            </a:extLst>
          </p:cNvPr>
          <p:cNvSpPr>
            <a:spLocks noGrp="1"/>
          </p:cNvSpPr>
          <p:nvPr>
            <p:ph sz="quarter" idx="13" hasCustomPrompt="1"/>
          </p:nvPr>
        </p:nvSpPr>
        <p:spPr>
          <a:xfrm>
            <a:off x="190500" y="1168400"/>
            <a:ext cx="11811000" cy="5054600"/>
          </a:xfrm>
          <a:prstGeom prst="rect">
            <a:avLst/>
          </a:prstGeom>
        </p:spPr>
        <p:txBody>
          <a:bodyPr lIns="0" tIns="0" rIns="0" bIns="0"/>
          <a:lstStyle>
            <a:lvl1pPr algn="l">
              <a:defRPr sz="18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ja-JP" altLang="en-US"/>
              <a:t>対象 </a:t>
            </a:r>
            <a:r>
              <a:rPr kumimoji="1" lang="en-US" altLang="ja-JP"/>
              <a:t>: </a:t>
            </a:r>
            <a:endParaRPr kumimoji="1" lang="ja-JP" altLang="en-US"/>
          </a:p>
        </p:txBody>
      </p:sp>
    </p:spTree>
    <p:extLst>
      <p:ext uri="{BB962C8B-B14F-4D97-AF65-F5344CB8AC3E}">
        <p14:creationId xmlns:p14="http://schemas.microsoft.com/office/powerpoint/2010/main" val="4300143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Azure Update Ending - Next Steps">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57C537-AA65-EC49-ED59-29F3B647BD2A}"/>
              </a:ext>
            </a:extLst>
          </p:cNvPr>
          <p:cNvSpPr>
            <a:spLocks noGrp="1"/>
          </p:cNvSpPr>
          <p:nvPr>
            <p:ph type="title"/>
          </p:nvPr>
        </p:nvSpPr>
        <p:spPr/>
        <p:txBody>
          <a:bodyPr/>
          <a:lstStyle>
            <a:lvl1pPr>
              <a:defRPr>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ja-JP" altLang="en-US"/>
              <a:t>マスター タイトルの書式設定</a:t>
            </a:r>
          </a:p>
        </p:txBody>
      </p:sp>
      <p:sp>
        <p:nvSpPr>
          <p:cNvPr id="4" name="EndingBase">
            <a:extLst>
              <a:ext uri="{FF2B5EF4-FFF2-40B4-BE49-F238E27FC236}">
                <a16:creationId xmlns:a16="http://schemas.microsoft.com/office/drawing/2014/main" id="{7D2DF01A-EB27-B115-18B1-6990F4592E2B}"/>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EndingHeader">
            <a:extLst>
              <a:ext uri="{FF2B5EF4-FFF2-40B4-BE49-F238E27FC236}">
                <a16:creationId xmlns:a16="http://schemas.microsoft.com/office/drawing/2014/main" id="{C4E9B504-DA34-9DB4-F15D-EDEE1FE9B88D}"/>
              </a:ext>
            </a:extLst>
          </p:cNvPr>
          <p:cNvSpPr/>
          <p:nvPr userDrawn="1"/>
        </p:nvSpPr>
        <p:spPr>
          <a:xfrm>
            <a:off x="0" y="0"/>
            <a:ext cx="12192000" cy="1524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EndingAccent">
            <a:extLst>
              <a:ext uri="{FF2B5EF4-FFF2-40B4-BE49-F238E27FC236}">
                <a16:creationId xmlns:a16="http://schemas.microsoft.com/office/drawing/2014/main" id="{F1D17F6F-6916-D9D6-6E3D-24B329DBAA73}"/>
              </a:ext>
            </a:extLst>
          </p:cNvPr>
          <p:cNvSpPr/>
          <p:nvPr userDrawn="1"/>
        </p:nvSpPr>
        <p:spPr>
          <a:xfrm>
            <a:off x="0" y="1524000"/>
            <a:ext cx="12192000" cy="1016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EndingAzureLabel">
            <a:extLst>
              <a:ext uri="{FF2B5EF4-FFF2-40B4-BE49-F238E27FC236}">
                <a16:creationId xmlns:a16="http://schemas.microsoft.com/office/drawing/2014/main" id="{8E27C80E-DE69-9398-2AC5-0E23DCDF3B30}"/>
              </a:ext>
            </a:extLst>
          </p:cNvPr>
          <p:cNvSpPr txBox="1"/>
          <p:nvPr userDrawn="1"/>
        </p:nvSpPr>
        <p:spPr>
          <a:xfrm>
            <a:off x="1371600" y="609600"/>
            <a:ext cx="3048000" cy="261610"/>
          </a:xfrm>
          <a:prstGeom prst="rect">
            <a:avLst/>
          </a:prstGeom>
          <a:noFill/>
        </p:spPr>
        <p:txBody>
          <a:bodyPr vert="horz" lIns="0" tIns="0" rIns="0" bIns="0" rtlCol="0">
            <a:spAutoFit/>
          </a:bodyPr>
          <a:lstStyle/>
          <a:p>
            <a:pPr algn="l"/>
            <a:r>
              <a:rPr kumimoji="1" lang="en-US" altLang="ja-JP" sz="17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7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EndingTitlePlaceholder">
            <a:extLst>
              <a:ext uri="{FF2B5EF4-FFF2-40B4-BE49-F238E27FC236}">
                <a16:creationId xmlns:a16="http://schemas.microsoft.com/office/drawing/2014/main" id="{1D5A89B0-EFE2-E7DB-9585-A74EE84515C0}"/>
              </a:ext>
            </a:extLst>
          </p:cNvPr>
          <p:cNvSpPr txBox="1"/>
          <p:nvPr userDrawn="1"/>
        </p:nvSpPr>
        <p:spPr>
          <a:xfrm>
            <a:off x="1016000" y="2349500"/>
            <a:ext cx="5334000" cy="523220"/>
          </a:xfrm>
          <a:prstGeom prst="rect">
            <a:avLst/>
          </a:prstGeom>
          <a:noFill/>
        </p:spPr>
        <p:txBody>
          <a:bodyPr vert="horz" lIns="0" tIns="0" rIns="0" bIns="0" rtlCol="0">
            <a:spAutoFit/>
          </a:bodyPr>
          <a:lstStyle/>
          <a:p>
            <a:pPr algn="l"/>
            <a:r>
              <a:rPr kumimoji="1" lang="en-US" altLang="ja-JP"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rPr>
              <a:t>Next steps</a:t>
            </a:r>
            <a:endParaRPr kumimoji="1" lang="ja-JP" altLang="en-US"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EndingSubtitlePlaceholder">
            <a:extLst>
              <a:ext uri="{FF2B5EF4-FFF2-40B4-BE49-F238E27FC236}">
                <a16:creationId xmlns:a16="http://schemas.microsoft.com/office/drawing/2014/main" id="{20AB9571-AB41-A121-7226-8E05C7D66C5D}"/>
              </a:ext>
            </a:extLst>
          </p:cNvPr>
          <p:cNvSpPr>
            <a:spLocks noGrp="1"/>
          </p:cNvSpPr>
          <p:nvPr>
            <p:ph type="body" sz="quarter" idx="11" hasCustomPrompt="1"/>
          </p:nvPr>
        </p:nvSpPr>
        <p:spPr>
          <a:xfrm>
            <a:off x="1016000" y="3276600"/>
            <a:ext cx="5334000" cy="609600"/>
          </a:xfrm>
          <a:prstGeom prst="rect">
            <a:avLst/>
          </a:prstGeom>
        </p:spPr>
        <p:txBody>
          <a:bodyPr lIns="0" tIns="0" rIns="0" bIns="0"/>
          <a:lstStyle>
            <a:lvl1pPr algn="l">
              <a:defRPr sz="18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{{CONTACT / NEXT STEP}}</a:t>
            </a:r>
            <a:endParaRPr kumimoji="1" lang="ja-JP" altLang="en-US"/>
          </a:p>
        </p:txBody>
      </p:sp>
      <p:sp>
        <p:nvSpPr>
          <p:cNvPr id="10" name="EndingStep1">
            <a:extLst>
              <a:ext uri="{FF2B5EF4-FFF2-40B4-BE49-F238E27FC236}">
                <a16:creationId xmlns:a16="http://schemas.microsoft.com/office/drawing/2014/main" id="{3938F0CE-FBE7-DCB5-4B56-4ED0769268D8}"/>
              </a:ext>
            </a:extLst>
          </p:cNvPr>
          <p:cNvSpPr/>
          <p:nvPr userDrawn="1"/>
        </p:nvSpPr>
        <p:spPr>
          <a:xfrm>
            <a:off x="7239000" y="2095500"/>
            <a:ext cx="533400" cy="533400"/>
          </a:xfrm>
          <a:prstGeom prst="ellipse">
            <a:avLst/>
          </a:prstGeom>
          <a:solidFill>
            <a:srgbClr val="F5A623"/>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1" name="EndingStepText1">
            <a:extLst>
              <a:ext uri="{FF2B5EF4-FFF2-40B4-BE49-F238E27FC236}">
                <a16:creationId xmlns:a16="http://schemas.microsoft.com/office/drawing/2014/main" id="{C8EFB395-0058-E149-A502-7AA457278613}"/>
              </a:ext>
            </a:extLst>
          </p:cNvPr>
          <p:cNvSpPr txBox="1"/>
          <p:nvPr userDrawn="1"/>
        </p:nvSpPr>
        <p:spPr>
          <a:xfrm>
            <a:off x="7391400" y="2197100"/>
            <a:ext cx="254000" cy="276999"/>
          </a:xfrm>
          <a:prstGeom prst="rect">
            <a:avLst/>
          </a:prstGeom>
          <a:noFill/>
        </p:spPr>
        <p:txBody>
          <a:bodyPr vert="horz" lIns="0" tIns="0" rIns="0" bIns="0" rtlCol="0">
            <a:spAutoFit/>
          </a:bodyPr>
          <a:lstStyle/>
          <a:p>
            <a:pPr algn="ctr"/>
            <a:r>
              <a:rPr kumimoji="1" lang="en-US" altLang="ja-JP"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rPr>
              <a:t>1</a:t>
            </a:r>
            <a:endParaRPr kumimoji="1" lang="ja-JP" altLang="en-US"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2" name="EndingStepLabel1">
            <a:extLst>
              <a:ext uri="{FF2B5EF4-FFF2-40B4-BE49-F238E27FC236}">
                <a16:creationId xmlns:a16="http://schemas.microsoft.com/office/drawing/2014/main" id="{317ABF93-D783-7107-519B-7ED6EE04BF35}"/>
              </a:ext>
            </a:extLst>
          </p:cNvPr>
          <p:cNvSpPr>
            <a:spLocks noGrp="1"/>
          </p:cNvSpPr>
          <p:nvPr>
            <p:ph type="body" sz="quarter" idx="12" hasCustomPrompt="1"/>
          </p:nvPr>
        </p:nvSpPr>
        <p:spPr>
          <a:xfrm>
            <a:off x="7975600" y="2146300"/>
            <a:ext cx="3302000" cy="508000"/>
          </a:xfrm>
          <a:prstGeom prst="rect">
            <a:avLst/>
          </a:prstGeom>
        </p:spPr>
        <p:txBody>
          <a:bodyPr lIns="0" tIns="0" rIns="0" bIns="0"/>
          <a:lstStyle>
            <a:lvl1pPr algn="l">
              <a:defRPr sz="16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{{STEP 1}}</a:t>
            </a:r>
            <a:endParaRPr kumimoji="1" lang="ja-JP" altLang="en-US"/>
          </a:p>
        </p:txBody>
      </p:sp>
      <p:sp>
        <p:nvSpPr>
          <p:cNvPr id="13" name="EndingStep2">
            <a:extLst>
              <a:ext uri="{FF2B5EF4-FFF2-40B4-BE49-F238E27FC236}">
                <a16:creationId xmlns:a16="http://schemas.microsoft.com/office/drawing/2014/main" id="{4A57AEC8-7251-BDB2-2F8B-5FA5BDC2BB29}"/>
              </a:ext>
            </a:extLst>
          </p:cNvPr>
          <p:cNvSpPr/>
          <p:nvPr userDrawn="1"/>
        </p:nvSpPr>
        <p:spPr>
          <a:xfrm>
            <a:off x="7239000" y="3136900"/>
            <a:ext cx="533400" cy="533400"/>
          </a:xfrm>
          <a:prstGeom prst="ellipse">
            <a:avLst/>
          </a:prstGeom>
          <a:solidFill>
            <a:srgbClr val="F5A623"/>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4" name="EndingStepText2">
            <a:extLst>
              <a:ext uri="{FF2B5EF4-FFF2-40B4-BE49-F238E27FC236}">
                <a16:creationId xmlns:a16="http://schemas.microsoft.com/office/drawing/2014/main" id="{4B698B36-3D72-FE5F-ADC3-163D62BF55B6}"/>
              </a:ext>
            </a:extLst>
          </p:cNvPr>
          <p:cNvSpPr txBox="1"/>
          <p:nvPr userDrawn="1"/>
        </p:nvSpPr>
        <p:spPr>
          <a:xfrm>
            <a:off x="7391400" y="3238500"/>
            <a:ext cx="254000" cy="276999"/>
          </a:xfrm>
          <a:prstGeom prst="rect">
            <a:avLst/>
          </a:prstGeom>
          <a:noFill/>
        </p:spPr>
        <p:txBody>
          <a:bodyPr vert="horz" lIns="0" tIns="0" rIns="0" bIns="0" rtlCol="0">
            <a:spAutoFit/>
          </a:bodyPr>
          <a:lstStyle/>
          <a:p>
            <a:pPr algn="ctr"/>
            <a:r>
              <a:rPr kumimoji="1" lang="en-US" altLang="ja-JP"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rPr>
              <a:t>2</a:t>
            </a:r>
            <a:endParaRPr kumimoji="1" lang="ja-JP" altLang="en-US"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5" name="EndingStepLabel2">
            <a:extLst>
              <a:ext uri="{FF2B5EF4-FFF2-40B4-BE49-F238E27FC236}">
                <a16:creationId xmlns:a16="http://schemas.microsoft.com/office/drawing/2014/main" id="{680C8AC0-5767-B26A-0BD5-09CE5C501C52}"/>
              </a:ext>
            </a:extLst>
          </p:cNvPr>
          <p:cNvSpPr>
            <a:spLocks noGrp="1"/>
          </p:cNvSpPr>
          <p:nvPr>
            <p:ph type="body" sz="quarter" idx="13" hasCustomPrompt="1"/>
          </p:nvPr>
        </p:nvSpPr>
        <p:spPr>
          <a:xfrm>
            <a:off x="7975600" y="3187700"/>
            <a:ext cx="3302000" cy="508000"/>
          </a:xfrm>
          <a:prstGeom prst="rect">
            <a:avLst/>
          </a:prstGeom>
        </p:spPr>
        <p:txBody>
          <a:bodyPr lIns="0" tIns="0" rIns="0" bIns="0"/>
          <a:lstStyle>
            <a:lvl1pPr algn="l">
              <a:defRPr sz="16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{{STEP 2}}</a:t>
            </a:r>
            <a:endParaRPr kumimoji="1" lang="ja-JP" altLang="en-US"/>
          </a:p>
        </p:txBody>
      </p:sp>
      <p:sp>
        <p:nvSpPr>
          <p:cNvPr id="16" name="EndingStep3">
            <a:extLst>
              <a:ext uri="{FF2B5EF4-FFF2-40B4-BE49-F238E27FC236}">
                <a16:creationId xmlns:a16="http://schemas.microsoft.com/office/drawing/2014/main" id="{AD54B102-BFCB-82DA-CEED-FBDE01973945}"/>
              </a:ext>
            </a:extLst>
          </p:cNvPr>
          <p:cNvSpPr/>
          <p:nvPr userDrawn="1"/>
        </p:nvSpPr>
        <p:spPr>
          <a:xfrm>
            <a:off x="7239000" y="4178300"/>
            <a:ext cx="533400" cy="533400"/>
          </a:xfrm>
          <a:prstGeom prst="ellipse">
            <a:avLst/>
          </a:prstGeom>
          <a:solidFill>
            <a:srgbClr val="F5A623"/>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7" name="EndingStepText3">
            <a:extLst>
              <a:ext uri="{FF2B5EF4-FFF2-40B4-BE49-F238E27FC236}">
                <a16:creationId xmlns:a16="http://schemas.microsoft.com/office/drawing/2014/main" id="{1D5C899C-6FD0-CE1F-79F8-7E8745939D31}"/>
              </a:ext>
            </a:extLst>
          </p:cNvPr>
          <p:cNvSpPr txBox="1"/>
          <p:nvPr userDrawn="1"/>
        </p:nvSpPr>
        <p:spPr>
          <a:xfrm>
            <a:off x="7391400" y="4279900"/>
            <a:ext cx="254000" cy="276999"/>
          </a:xfrm>
          <a:prstGeom prst="rect">
            <a:avLst/>
          </a:prstGeom>
          <a:noFill/>
        </p:spPr>
        <p:txBody>
          <a:bodyPr vert="horz" lIns="0" tIns="0" rIns="0" bIns="0" rtlCol="0">
            <a:spAutoFit/>
          </a:bodyPr>
          <a:lstStyle/>
          <a:p>
            <a:pPr algn="ctr"/>
            <a:r>
              <a:rPr kumimoji="1" lang="en-US" altLang="ja-JP"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rPr>
              <a:t>3</a:t>
            </a:r>
            <a:endParaRPr kumimoji="1" lang="ja-JP" altLang="en-US" sz="1800" b="1">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8" name="EndingStepLabel3">
            <a:extLst>
              <a:ext uri="{FF2B5EF4-FFF2-40B4-BE49-F238E27FC236}">
                <a16:creationId xmlns:a16="http://schemas.microsoft.com/office/drawing/2014/main" id="{977460B9-E2ED-99B7-3929-379E248D84DD}"/>
              </a:ext>
            </a:extLst>
          </p:cNvPr>
          <p:cNvSpPr>
            <a:spLocks noGrp="1"/>
          </p:cNvSpPr>
          <p:nvPr>
            <p:ph type="body" sz="quarter" idx="14" hasCustomPrompt="1"/>
          </p:nvPr>
        </p:nvSpPr>
        <p:spPr>
          <a:xfrm>
            <a:off x="7975600" y="4229100"/>
            <a:ext cx="3302000" cy="508000"/>
          </a:xfrm>
          <a:prstGeom prst="rect">
            <a:avLst/>
          </a:prstGeom>
        </p:spPr>
        <p:txBody>
          <a:bodyPr lIns="0" tIns="0" rIns="0" bIns="0"/>
          <a:lstStyle>
            <a:lvl1pPr algn="l">
              <a:defRPr sz="16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{{STEP 3}}</a:t>
            </a:r>
            <a:endParaRPr kumimoji="1" lang="ja-JP" altLang="en-US"/>
          </a:p>
        </p:txBody>
      </p:sp>
    </p:spTree>
    <p:extLst>
      <p:ext uri="{BB962C8B-B14F-4D97-AF65-F5344CB8AC3E}">
        <p14:creationId xmlns:p14="http://schemas.microsoft.com/office/powerpoint/2010/main" val="42834992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88535" y="157735"/>
            <a:ext cx="11808000" cy="982908"/>
          </a:xfrm>
          <a:prstGeom prst="rect">
            <a:avLst/>
          </a:prstGeom>
        </p:spPr>
        <p:txBody>
          <a:bodyPr vert="horz" lIns="91440" tIns="45720" rIns="91440" bIns="45720" rtlCol="0" anchor="ctr">
            <a:normAutofit/>
          </a:bodyPr>
          <a:lstStyle/>
          <a:p>
            <a:endParaRPr lang="en-US"/>
          </a:p>
        </p:txBody>
      </p:sp>
      <p:sp>
        <p:nvSpPr>
          <p:cNvPr id="6" name="Slide Number Placeholder 5"/>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1200">
                <a:solidFill>
                  <a:schemeClr val="tx1">
                    <a:tint val="75000"/>
                  </a:schemeClr>
                </a:solidFill>
                <a:latin typeface="+mn-ea"/>
                <a:ea typeface="+mn-ea"/>
              </a:defRPr>
            </a:lvl1pPr>
          </a:lstStyle>
          <a:p>
            <a:pPr>
              <a:defRPr/>
            </a:pPr>
            <a:fld id="{057595E4-A9A2-4DBB-9DF9-29E61EE6FF4B}" type="slidenum">
              <a:rPr kumimoji="0" lang="en-US" smtClean="0">
                <a:solidFill>
                  <a:prstClr val="black">
                    <a:tint val="75000"/>
                  </a:prstClr>
                </a:solidFill>
              </a:rPr>
              <a:pPr>
                <a:defRPr/>
              </a:pPr>
              <a:t>‹#›</a:t>
            </a:fld>
            <a:endParaRPr kumimoji="0" lang="en-US">
              <a:solidFill>
                <a:prstClr val="black">
                  <a:tint val="75000"/>
                </a:prstClr>
              </a:solidFill>
            </a:endParaRPr>
          </a:p>
        </p:txBody>
      </p:sp>
    </p:spTree>
    <p:extLst>
      <p:ext uri="{BB962C8B-B14F-4D97-AF65-F5344CB8AC3E}">
        <p14:creationId xmlns:p14="http://schemas.microsoft.com/office/powerpoint/2010/main" val="3267033896"/>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8" r:id="rId3"/>
    <p:sldLayoutId id="2147483717" r:id="rId4"/>
    <p:sldLayoutId id="2147483710" r:id="rId5"/>
    <p:sldLayoutId id="2147483719" r:id="rId6"/>
    <p:sldLayoutId id="2147483713" r:id="rId7"/>
  </p:sldLayoutIdLst>
  <p:hf sldNum="0" hdr="0" ftr="0" dt="0"/>
  <p:txStyles>
    <p:titleStyle>
      <a:lvl1pPr algn="l" defTabSz="914400" rtl="0" eaLnBrk="1" latinLnBrk="0" hangingPunct="1">
        <a:lnSpc>
          <a:spcPct val="90000"/>
        </a:lnSpc>
        <a:spcBef>
          <a:spcPct val="0"/>
        </a:spcBef>
        <a:buNone/>
        <a:defRPr kumimoji="1" sz="2400" kern="1200">
          <a:solidFill>
            <a:schemeClr val="tx1"/>
          </a:solidFill>
          <a:latin typeface="+mj-ea"/>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p"/>
        <a:defRPr kumimoji="1" sz="20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l"/>
        <a:defRPr kumimoji="1" sz="18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idx="11"/>
          </p:nvPr>
        </p:nvSpPr>
        <p:spPr/>
        <p:txBody>
          <a:bodyPr>
            <a:normAutofit/>
          </a:bodyPr>
          <a:lstStyle/>
          <a:p>
            <a:r>
              <a:rPr kumimoji="1" lang="en-US" altLang="ja-JP" sz="4600" b="1">
                <a:solidFill>
                  <a:srgbClr val="222A4A"/>
                </a:solidFill>
              </a:rPr>
              <a:t>Azure New Topics</a:t>
            </a:r>
            <a:br>
              <a:rPr kumimoji="1" lang="en-US" altLang="ja-JP" sz="4600" b="1">
                <a:solidFill>
                  <a:srgbClr val="222A4A"/>
                </a:solidFill>
              </a:rPr>
            </a:br>
            <a:r>
              <a:rPr kumimoji="1" lang="en-US" altLang="ja-JP" sz="4600" b="1">
                <a:solidFill>
                  <a:srgbClr val="222A4A"/>
                </a:solidFill>
              </a:rPr>
              <a:t>Weekly Update</a:t>
            </a:r>
            <a:endParaRPr kumimoji="1" lang="ja-JP" altLang="en-US" sz="4600" b="1">
              <a:solidFill>
                <a:srgbClr val="222A4A"/>
              </a:solidFill>
            </a:endParaRPr>
          </a:p>
        </p:txBody>
      </p:sp>
      <p:sp>
        <p:nvSpPr>
          <p:cNvPr id="3" name="テキスト プレースホルダー 2"/>
          <p:cNvSpPr>
            <a:spLocks noGrp="1"/>
          </p:cNvSpPr>
          <p:nvPr>
            <p:ph type="body" sz="quarter" idx="12"/>
          </p:nvPr>
        </p:nvSpPr>
        <p:spPr/>
        <p:txBody>
          <a:bodyPr lIns="146304" tIns="109728" rIns="146304" bIns="109728" anchor="t">
            <a:noAutofit/>
          </a:bodyPr>
          <a:lstStyle/>
          <a:p>
            <a:r>
              <a:rPr kumimoji="1" lang="ja-JP" altLang="en-US" sz="2200">
                <a:solidFill>
                  <a:srgbClr val="4A5270"/>
                </a:solidFill>
              </a:rPr>
              <a:t>{{CUSTOMER}} 御中</a:t>
            </a:r>
          </a:p>
          <a:p>
            <a:r>
              <a:rPr kumimoji="1" lang="ja-JP" altLang="en-US" sz="2200">
                <a:solidFill>
                  <a:srgbClr val="4A5270"/>
                </a:solidFill>
              </a:rPr>
              <a:t>{{SYSTEM}}向け</a:t>
            </a:r>
          </a:p>
          <a:p>
            <a:r>
              <a:rPr kumimoji="1" lang="en-US" altLang="ja-JP" sz="2200">
                <a:solidFill>
                  <a:srgbClr val="4A5270"/>
                </a:solidFill>
              </a:rPr>
              <a:t>Azure </a:t>
            </a:r>
            <a:r>
              <a:rPr kumimoji="1" lang="ja-JP" altLang="en-US" sz="2200">
                <a:solidFill>
                  <a:srgbClr val="4A5270"/>
                </a:solidFill>
              </a:rPr>
              <a:t>アップデート情報</a:t>
            </a:r>
            <a:endParaRPr kumimoji="1" lang="en-US" altLang="ja-JP" sz="2200" dirty="0">
              <a:solidFill>
                <a:srgbClr val="4A5270"/>
              </a:solidFill>
            </a:endParaRPr>
          </a:p>
        </p:txBody>
      </p:sp>
      <p:sp>
        <p:nvSpPr>
          <p:cNvPr id="4" name="テキスト プレースホルダー 3">
            <a:extLst>
              <a:ext uri="{FF2B5EF4-FFF2-40B4-BE49-F238E27FC236}">
                <a16:creationId xmlns:a16="http://schemas.microsoft.com/office/drawing/2014/main" id="{0F9F7457-5267-E6C2-696D-7F1AF2A25542}"/>
              </a:ext>
            </a:extLst>
          </p:cNvPr>
          <p:cNvSpPr>
            <a:spLocks noGrp="1"/>
          </p:cNvSpPr>
          <p:nvPr>
            <p:ph type="body" sz="quarter" idx="13"/>
          </p:nvPr>
        </p:nvSpPr>
        <p:spPr/>
        <p:txBody>
          <a:bodyPr/>
          <a:lstStyle/>
          <a:p>
            <a:endParaRPr kumimoji="1" lang="ja-JP" altLang="en-US"/>
          </a:p>
        </p:txBody>
      </p:sp>
      <p:sp>
        <p:nvSpPr>
          <p:cNvPr id="7" name="テキスト プレースホルダー 6">
            <a:extLst>
              <a:ext uri="{FF2B5EF4-FFF2-40B4-BE49-F238E27FC236}">
                <a16:creationId xmlns:a16="http://schemas.microsoft.com/office/drawing/2014/main" id="{8C8A2685-EB9E-127E-BC7A-AED78AD77A43}"/>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21902555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p:cNvSpPr>
            <a:spLocks noGrp="1"/>
          </p:cNvSpPr>
          <p:nvPr>
            <p:ph type="title" idx="11"/>
          </p:nvPr>
        </p:nvSpPr>
        <p:spPr/>
        <p:txBody>
          <a:bodyPr>
            <a:normAutofit/>
          </a:bodyPr>
          <a:lstStyle/>
          <a:p>
            <a:r>
              <a:rPr kumimoji="1" lang="en-US" altLang="ja-JP" sz="4600" b="1">
                <a:solidFill>
                  <a:srgbClr val="1B2A3A"/>
                </a:solidFill>
              </a:rPr>
              <a:t>Azure New Topics</a:t>
            </a:r>
            <a:br>
              <a:rPr kumimoji="1" lang="en-US" altLang="ja-JP" sz="4600" b="1">
                <a:solidFill>
                  <a:srgbClr val="1B2A3A"/>
                </a:solidFill>
              </a:rPr>
            </a:br>
            <a:r>
              <a:rPr kumimoji="1" lang="en-US" altLang="ja-JP" sz="4600" b="1">
                <a:solidFill>
                  <a:srgbClr val="1B2A3A"/>
                </a:solidFill>
              </a:rPr>
              <a:t>Weekly Update</a:t>
            </a:r>
            <a:endParaRPr kumimoji="1" lang="ja-JP" altLang="en-US" sz="4600" b="1">
              <a:solidFill>
                <a:srgbClr val="1B2A3A"/>
              </a:solidFill>
            </a:endParaRPr>
          </a:p>
        </p:txBody>
      </p:sp>
      <p:sp>
        <p:nvSpPr>
          <p:cNvPr id="3" name="テキスト プレースホルダー 2"/>
          <p:cNvSpPr>
            <a:spLocks noGrp="1"/>
          </p:cNvSpPr>
          <p:nvPr>
            <p:ph type="body" sz="quarter" idx="12"/>
          </p:nvPr>
        </p:nvSpPr>
        <p:spPr/>
        <p:txBody>
          <a:bodyPr lIns="146304" tIns="109728" rIns="146304" bIns="109728" anchor="t">
            <a:noAutofit/>
          </a:bodyPr>
          <a:lstStyle/>
          <a:p>
            <a:r>
              <a:rPr kumimoji="1" lang="ja-JP" altLang="en-US" sz="2200">
                <a:solidFill>
                  <a:srgbClr val="44546A"/>
                </a:solidFill>
              </a:rPr>
              <a:t>{{CUSTOMER}} 御中</a:t>
            </a:r>
          </a:p>
          <a:p>
            <a:r>
              <a:rPr kumimoji="1" lang="ja-JP" altLang="en-US" sz="2200">
                <a:solidFill>
                  <a:srgbClr val="44546A"/>
                </a:solidFill>
              </a:rPr>
              <a:t>{{SYSTEM}}向け</a:t>
            </a:r>
          </a:p>
          <a:p>
            <a:r>
              <a:rPr kumimoji="1" lang="en-US" altLang="ja-JP" sz="2200">
                <a:solidFill>
                  <a:srgbClr val="44546A"/>
                </a:solidFill>
              </a:rPr>
              <a:t>Azure </a:t>
            </a:r>
            <a:r>
              <a:rPr kumimoji="1" lang="ja-JP" altLang="en-US" sz="2200">
                <a:solidFill>
                  <a:srgbClr val="44546A"/>
                </a:solidFill>
              </a:rPr>
              <a:t>アップデート情報</a:t>
            </a:r>
            <a:endParaRPr kumimoji="1" lang="en-US" altLang="ja-JP" sz="2200" dirty="0">
              <a:solidFill>
                <a:srgbClr val="44546A"/>
              </a:solidFill>
            </a:endParaRPr>
          </a:p>
        </p:txBody>
      </p:sp>
      <p:sp>
        <p:nvSpPr>
          <p:cNvPr id="6" name="テキスト プレースホルダー 5">
            <a:extLst>
              <a:ext uri="{FF2B5EF4-FFF2-40B4-BE49-F238E27FC236}">
                <a16:creationId xmlns:a16="http://schemas.microsoft.com/office/drawing/2014/main" id="{F6D7E7ED-9461-36D4-CB83-3047113FA55C}"/>
              </a:ext>
            </a:extLst>
          </p:cNvPr>
          <p:cNvSpPr>
            <a:spLocks noGrp="1"/>
          </p:cNvSpPr>
          <p:nvPr>
            <p:ph type="body" sz="quarter" idx="13"/>
          </p:nvPr>
        </p:nvSpPr>
        <p:spPr/>
        <p:txBody>
          <a:bodyPr/>
          <a:lstStyle/>
          <a:p>
            <a:endParaRPr kumimoji="1" lang="ja-JP" altLang="en-US"/>
          </a:p>
        </p:txBody>
      </p:sp>
      <p:sp>
        <p:nvSpPr>
          <p:cNvPr id="7" name="テキスト プレースホルダー 6">
            <a:extLst>
              <a:ext uri="{FF2B5EF4-FFF2-40B4-BE49-F238E27FC236}">
                <a16:creationId xmlns:a16="http://schemas.microsoft.com/office/drawing/2014/main" id="{CEBFE6EF-CB0C-12AF-1E71-026DEDC8CD66}"/>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1725546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p:cNvSpPr>
            <a:spLocks noGrp="1"/>
          </p:cNvSpPr>
          <p:nvPr>
            <p:ph type="title" idx="11"/>
          </p:nvPr>
        </p:nvSpPr>
        <p:spPr/>
        <p:txBody>
          <a:bodyPr>
            <a:normAutofit/>
          </a:bodyPr>
          <a:lstStyle/>
          <a:p>
            <a:r>
              <a:rPr kumimoji="1" lang="en-US" altLang="ja-JP" sz="4600" b="1">
                <a:solidFill>
                  <a:srgbClr val="173A39"/>
                </a:solidFill>
              </a:rPr>
              <a:t>Azure New Topics</a:t>
            </a:r>
            <a:br>
              <a:rPr kumimoji="1" lang="en-US" altLang="ja-JP" sz="4600" b="1">
                <a:solidFill>
                  <a:srgbClr val="173A39"/>
                </a:solidFill>
              </a:rPr>
            </a:br>
            <a:r>
              <a:rPr kumimoji="1" lang="en-US" altLang="ja-JP" sz="4600" b="1">
                <a:solidFill>
                  <a:srgbClr val="173A39"/>
                </a:solidFill>
              </a:rPr>
              <a:t>Weekly Update</a:t>
            </a:r>
            <a:endParaRPr kumimoji="1" lang="ja-JP" altLang="en-US" sz="4600" b="1">
              <a:solidFill>
                <a:srgbClr val="173A39"/>
              </a:solidFill>
            </a:endParaRPr>
          </a:p>
        </p:txBody>
      </p:sp>
      <p:sp>
        <p:nvSpPr>
          <p:cNvPr id="3" name="テキスト プレースホルダー 2"/>
          <p:cNvSpPr>
            <a:spLocks noGrp="1"/>
          </p:cNvSpPr>
          <p:nvPr>
            <p:ph type="body" sz="quarter" idx="12"/>
          </p:nvPr>
        </p:nvSpPr>
        <p:spPr/>
        <p:txBody>
          <a:bodyPr lIns="146304" tIns="109728" rIns="146304" bIns="109728" anchor="t">
            <a:noAutofit/>
          </a:bodyPr>
          <a:lstStyle/>
          <a:p>
            <a:r>
              <a:rPr kumimoji="1" lang="ja-JP" altLang="en-US" sz="2200">
                <a:solidFill>
                  <a:srgbClr val="3C5A58"/>
                </a:solidFill>
              </a:rPr>
              <a:t>{{CUSTOMER}} 御中</a:t>
            </a:r>
          </a:p>
          <a:p>
            <a:r>
              <a:rPr kumimoji="1" lang="ja-JP" altLang="en-US" sz="2200">
                <a:solidFill>
                  <a:srgbClr val="3C5A58"/>
                </a:solidFill>
              </a:rPr>
              <a:t>{{SYSTEM}}向け</a:t>
            </a:r>
          </a:p>
          <a:p>
            <a:r>
              <a:rPr kumimoji="1" lang="en-US" altLang="ja-JP" sz="2200">
                <a:solidFill>
                  <a:srgbClr val="3C5A58"/>
                </a:solidFill>
              </a:rPr>
              <a:t>Azure </a:t>
            </a:r>
            <a:r>
              <a:rPr kumimoji="1" lang="ja-JP" altLang="en-US" sz="2200">
                <a:solidFill>
                  <a:srgbClr val="3C5A58"/>
                </a:solidFill>
              </a:rPr>
              <a:t>アップデート情報</a:t>
            </a:r>
            <a:endParaRPr kumimoji="1" lang="en-US" altLang="ja-JP" sz="2200" dirty="0">
              <a:solidFill>
                <a:srgbClr val="3C5A58"/>
              </a:solidFill>
            </a:endParaRPr>
          </a:p>
        </p:txBody>
      </p:sp>
      <p:sp>
        <p:nvSpPr>
          <p:cNvPr id="6" name="テキスト プレースホルダー 5">
            <a:extLst>
              <a:ext uri="{FF2B5EF4-FFF2-40B4-BE49-F238E27FC236}">
                <a16:creationId xmlns:a16="http://schemas.microsoft.com/office/drawing/2014/main" id="{4FF2CE25-5566-A0AD-3734-EEFE3B6A91CF}"/>
              </a:ext>
            </a:extLst>
          </p:cNvPr>
          <p:cNvSpPr>
            <a:spLocks noGrp="1"/>
          </p:cNvSpPr>
          <p:nvPr>
            <p:ph type="body" sz="quarter" idx="13"/>
          </p:nvPr>
        </p:nvSpPr>
        <p:spPr/>
        <p:txBody>
          <a:bodyPr/>
          <a:lstStyle/>
          <a:p>
            <a:endParaRPr kumimoji="1" lang="ja-JP" altLang="en-US"/>
          </a:p>
        </p:txBody>
      </p:sp>
      <p:sp>
        <p:nvSpPr>
          <p:cNvPr id="7" name="テキスト プレースホルダー 6">
            <a:extLst>
              <a:ext uri="{FF2B5EF4-FFF2-40B4-BE49-F238E27FC236}">
                <a16:creationId xmlns:a16="http://schemas.microsoft.com/office/drawing/2014/main" id="{F1DD45DA-75C9-64F3-DF34-4B54A30F8903}"/>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26787037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25BC48-9427-0E23-EBD1-A9478ECA2D05}"/>
              </a:ext>
            </a:extLst>
          </p:cNvPr>
          <p:cNvSpPr>
            <a:spLocks noGrp="1"/>
          </p:cNvSpPr>
          <p:nvPr>
            <p:ph type="title" idx="12"/>
          </p:nvPr>
        </p:nvSpPr>
        <p:spPr/>
        <p:txBody>
          <a:bodyPr>
            <a:noAutofit/>
          </a:bodyPr>
          <a:lstStyle/>
          <a:p>
            <a:r>
              <a:rPr kumimoji="1" lang="en-US" altLang="ja-JP" sz="2800" dirty="0"/>
              <a:t>Weekly News Topics </a:t>
            </a:r>
            <a:r>
              <a:rPr kumimoji="1" lang="ja-JP" altLang="en-US" sz="2800" dirty="0"/>
              <a:t>サマリ</a:t>
            </a:r>
          </a:p>
        </p:txBody>
      </p:sp>
      <p:sp>
        <p:nvSpPr>
          <p:cNvPr id="4" name="コンテンツ プレースホルダー 3">
            <a:extLst>
              <a:ext uri="{FF2B5EF4-FFF2-40B4-BE49-F238E27FC236}">
                <a16:creationId xmlns:a16="http://schemas.microsoft.com/office/drawing/2014/main" id="{B7BA27A1-733C-3594-87F3-D393895DFDAD}"/>
              </a:ext>
            </a:extLst>
          </p:cNvPr>
          <p:cNvSpPr>
            <a:spLocks noGrp="1"/>
          </p:cNvSpPr>
          <p:nvPr>
            <p:ph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54295C55-5BF1-EEBC-1EF0-EEEF740DF976}"/>
              </a:ext>
              <a:ext uri="{C183D7F6-B498-43B3-948B-1728B52AA6E4}">
                <adec:decorative xmlns:adec="http://schemas.microsoft.com/office/drawing/2017/decorative" val="1"/>
              </a:ext>
            </a:extLst>
          </p:cNvPr>
          <p:cNvSpPr txBox="1"/>
          <p:nvPr/>
        </p:nvSpPr>
        <p:spPr>
          <a:xfrm>
            <a:off x="66675" y="458393"/>
            <a:ext cx="12058585" cy="5929707"/>
          </a:xfrm>
          <a:prstGeom prst="rect">
            <a:avLst/>
          </a:prstGeom>
        </p:spPr>
        <p:txBody>
          <a:bodyPr rtlCol="0">
            <a:normAutofit/>
          </a:bodyPr>
          <a:lstStyle/>
          <a:p>
            <a:pPr>
              <a:spcAft>
                <a:spcPts val="200"/>
              </a:spcAft>
              <a:defRPr sz="900">
                <a:solidFill>
                  <a:srgbClr val="006400"/>
                </a:solidFill>
                <a:latin typeface="Meiryo UI"/>
              </a:defRPr>
            </a:pPr>
            <a:endParaRPr sz="2400" dirty="0">
              <a:solidFill>
                <a:schemeClr val="tx1">
                  <a:lumMod val="95000"/>
                  <a:lumOff val="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735972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085C6-B6E1-E79C-49D6-1FCF79114D4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68E623-3CEA-8576-3433-8C1ED588422A}"/>
              </a:ext>
            </a:extLst>
          </p:cNvPr>
          <p:cNvSpPr>
            <a:spLocks noGrp="1"/>
          </p:cNvSpPr>
          <p:nvPr>
            <p:ph type="title" idx="12"/>
          </p:nvPr>
        </p:nvSpPr>
        <p:spPr/>
        <p:txBody>
          <a:bodyPr>
            <a:noAutofit/>
          </a:bodyPr>
          <a:lstStyle/>
          <a:p>
            <a:r>
              <a:rPr kumimoji="1" lang="ja-JP" altLang="en-US" dirty="0"/>
              <a:t>今週の</a:t>
            </a:r>
            <a:r>
              <a:rPr kumimoji="1" lang="en-US" altLang="ja-JP" dirty="0"/>
              <a:t>UPDATE</a:t>
            </a:r>
            <a:r>
              <a:rPr kumimoji="1" lang="ja-JP" altLang="en-US" dirty="0"/>
              <a:t> </a:t>
            </a:r>
            <a:r>
              <a:rPr kumimoji="1" lang="en-US" altLang="ja-JP" dirty="0"/>
              <a:t>Points</a:t>
            </a:r>
            <a:endParaRPr kumimoji="1" lang="ja-JP" altLang="en-US" dirty="0"/>
          </a:p>
        </p:txBody>
      </p:sp>
      <p:sp>
        <p:nvSpPr>
          <p:cNvPr id="5" name="コンテンツ プレースホルダー 4">
            <a:extLst>
              <a:ext uri="{FF2B5EF4-FFF2-40B4-BE49-F238E27FC236}">
                <a16:creationId xmlns:a16="http://schemas.microsoft.com/office/drawing/2014/main" id="{A2B77436-CB12-5223-D6E3-13D39776BFAD}"/>
              </a:ext>
            </a:extLst>
          </p:cNvPr>
          <p:cNvSpPr>
            <a:spLocks noGrp="1"/>
          </p:cNvSpPr>
          <p:nvPr>
            <p:ph sz="quarter" idx="13"/>
          </p:nvPr>
        </p:nvSpPr>
        <p:spPr/>
        <p:txBody>
          <a:bodyPr/>
          <a:lstStyle/>
          <a:p>
            <a:endParaRPr kumimoji="1" lang="ja-JP" altLang="en-US"/>
          </a:p>
        </p:txBody>
      </p:sp>
      <p:graphicFrame>
        <p:nvGraphicFramePr>
          <p:cNvPr id="4" name="表 3">
            <a:extLst>
              <a:ext uri="{FF2B5EF4-FFF2-40B4-BE49-F238E27FC236}">
                <a16:creationId xmlns:a16="http://schemas.microsoft.com/office/drawing/2014/main" id="{E83B98BE-3194-A27B-D789-AC161132D5AD}"/>
              </a:ext>
            </a:extLst>
          </p:cNvPr>
          <p:cNvGraphicFramePr>
            <a:graphicFrameLocks noGrp="1"/>
          </p:cNvGraphicFramePr>
          <p:nvPr>
            <p:extLst>
              <p:ext uri="{D42A27DB-BD31-4B8C-83A1-F6EECF244321}">
                <p14:modId xmlns:p14="http://schemas.microsoft.com/office/powerpoint/2010/main" val="740910018"/>
              </p:ext>
            </p:extLst>
          </p:nvPr>
        </p:nvGraphicFramePr>
        <p:xfrm>
          <a:off x="197643" y="635116"/>
          <a:ext cx="11796648" cy="2595880"/>
        </p:xfrm>
        <a:graphic>
          <a:graphicData uri="http://schemas.openxmlformats.org/drawingml/2006/table">
            <a:tbl>
              <a:tblPr firstRow="1" bandRow="1">
                <a:tableStyleId>{5C22544A-7EE6-4342-B048-85BDC9FD1C3A}</a:tableStyleId>
              </a:tblPr>
              <a:tblGrid>
                <a:gridCol w="386272">
                  <a:extLst>
                    <a:ext uri="{9D8B030D-6E8A-4147-A177-3AD203B41FA5}">
                      <a16:colId xmlns:a16="http://schemas.microsoft.com/office/drawing/2014/main" val="3956681927"/>
                    </a:ext>
                  </a:extLst>
                </a:gridCol>
                <a:gridCol w="1330995">
                  <a:extLst>
                    <a:ext uri="{9D8B030D-6E8A-4147-A177-3AD203B41FA5}">
                      <a16:colId xmlns:a16="http://schemas.microsoft.com/office/drawing/2014/main" val="1461931480"/>
                    </a:ext>
                  </a:extLst>
                </a:gridCol>
                <a:gridCol w="3197462">
                  <a:extLst>
                    <a:ext uri="{9D8B030D-6E8A-4147-A177-3AD203B41FA5}">
                      <a16:colId xmlns:a16="http://schemas.microsoft.com/office/drawing/2014/main" val="678636886"/>
                    </a:ext>
                  </a:extLst>
                </a:gridCol>
                <a:gridCol w="4832312">
                  <a:extLst>
                    <a:ext uri="{9D8B030D-6E8A-4147-A177-3AD203B41FA5}">
                      <a16:colId xmlns:a16="http://schemas.microsoft.com/office/drawing/2014/main" val="1647970718"/>
                    </a:ext>
                  </a:extLst>
                </a:gridCol>
                <a:gridCol w="2049607">
                  <a:extLst>
                    <a:ext uri="{9D8B030D-6E8A-4147-A177-3AD203B41FA5}">
                      <a16:colId xmlns:a16="http://schemas.microsoft.com/office/drawing/2014/main" val="1368296128"/>
                    </a:ext>
                  </a:extLst>
                </a:gridCol>
              </a:tblGrid>
              <a:tr h="370840">
                <a:tc>
                  <a:txBody>
                    <a:bodyPr/>
                    <a:lstStyle/>
                    <a:p>
                      <a:r>
                        <a:rPr kumimoji="1" lang="ja-JP" altLang="en-US" dirty="0"/>
                        <a:t>＃</a:t>
                      </a:r>
                    </a:p>
                  </a:txBody>
                  <a:tcPr/>
                </a:tc>
                <a:tc>
                  <a:txBody>
                    <a:bodyPr/>
                    <a:lstStyle/>
                    <a:p>
                      <a:r>
                        <a:rPr kumimoji="1" lang="ja-JP" altLang="en-US" dirty="0"/>
                        <a:t>キーワード</a:t>
                      </a:r>
                    </a:p>
                  </a:txBody>
                  <a:tcPr/>
                </a:tc>
                <a:tc>
                  <a:txBody>
                    <a:bodyPr/>
                    <a:lstStyle/>
                    <a:p>
                      <a:r>
                        <a:rPr kumimoji="1" lang="ja-JP" altLang="en-US"/>
                        <a:t>アップデート内容</a:t>
                      </a:r>
                      <a:endParaRPr kumimoji="1" lang="ja-JP" altLang="en-US" dirty="0"/>
                    </a:p>
                  </a:txBody>
                  <a:tcPr/>
                </a:tc>
                <a:tc>
                  <a:txBody>
                    <a:bodyPr/>
                    <a:lstStyle/>
                    <a:p>
                      <a:r>
                        <a:rPr kumimoji="1" lang="ja-JP" altLang="en-US"/>
                        <a:t>キーポイント</a:t>
                      </a:r>
                      <a:endParaRPr kumimoji="1" lang="ja-JP" altLang="en-US" dirty="0"/>
                    </a:p>
                  </a:txBody>
                  <a:tcPr/>
                </a:tc>
                <a:tc>
                  <a:txBody>
                    <a:bodyPr/>
                    <a:lstStyle/>
                    <a:p>
                      <a:r>
                        <a:rPr kumimoji="1" lang="ja-JP" altLang="en-US"/>
                        <a:t>リージョン対応状況</a:t>
                      </a:r>
                      <a:endParaRPr kumimoji="1" lang="ja-JP" altLang="en-US" dirty="0"/>
                    </a:p>
                  </a:txBody>
                  <a:tcPr/>
                </a:tc>
                <a:extLst>
                  <a:ext uri="{0D108BD9-81ED-4DB2-BD59-A6C34878D82A}">
                    <a16:rowId xmlns:a16="http://schemas.microsoft.com/office/drawing/2014/main" val="207484010"/>
                  </a:ext>
                </a:extLst>
              </a:tr>
              <a:tr h="370840">
                <a:tc>
                  <a:txBody>
                    <a:bodyPr/>
                    <a:lstStyle/>
                    <a:p>
                      <a:endParaRPr kumimoji="1" lang="ja-JP" altLang="en-US"/>
                    </a:p>
                  </a:txBody>
                  <a:tcPr/>
                </a:tc>
                <a:tc>
                  <a:txBody>
                    <a:bodyPr/>
                    <a:lstStyle/>
                    <a:p>
                      <a:endParaRPr kumimoji="1" lang="ja-JP" altLang="en-US" sz="1600" dirty="0"/>
                    </a:p>
                  </a:txBody>
                  <a:tcPr/>
                </a:tc>
                <a:tc>
                  <a:txBody>
                    <a:bodyPr/>
                    <a:lstStyle/>
                    <a:p>
                      <a:endParaRPr kumimoji="1" lang="ja-JP" altLang="en-US" sz="1600"/>
                    </a:p>
                  </a:txBody>
                  <a:tcPr/>
                </a:tc>
                <a:tc>
                  <a:txBody>
                    <a:bodyPr/>
                    <a:lstStyle/>
                    <a:p>
                      <a:endParaRPr kumimoji="1" lang="ja-JP" altLang="en-US" sz="1600" dirty="0"/>
                    </a:p>
                  </a:txBody>
                  <a:tcPr/>
                </a:tc>
                <a:tc>
                  <a:txBody>
                    <a:bodyPr/>
                    <a:lstStyle/>
                    <a:p>
                      <a:endParaRPr kumimoji="1" lang="ja-JP" altLang="en-US" sz="1600" dirty="0"/>
                    </a:p>
                  </a:txBody>
                  <a:tcPr/>
                </a:tc>
                <a:extLst>
                  <a:ext uri="{0D108BD9-81ED-4DB2-BD59-A6C34878D82A}">
                    <a16:rowId xmlns:a16="http://schemas.microsoft.com/office/drawing/2014/main" val="3995023593"/>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extLst>
                  <a:ext uri="{0D108BD9-81ED-4DB2-BD59-A6C34878D82A}">
                    <a16:rowId xmlns:a16="http://schemas.microsoft.com/office/drawing/2014/main" val="361550737"/>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extLst>
                  <a:ext uri="{0D108BD9-81ED-4DB2-BD59-A6C34878D82A}">
                    <a16:rowId xmlns:a16="http://schemas.microsoft.com/office/drawing/2014/main" val="3419332000"/>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extLst>
                  <a:ext uri="{0D108BD9-81ED-4DB2-BD59-A6C34878D82A}">
                    <a16:rowId xmlns:a16="http://schemas.microsoft.com/office/drawing/2014/main" val="656545112"/>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dirty="0"/>
                    </a:p>
                  </a:txBody>
                  <a:tcPr/>
                </a:tc>
                <a:tc>
                  <a:txBody>
                    <a:bodyPr/>
                    <a:lstStyle/>
                    <a:p>
                      <a:endParaRPr kumimoji="1" lang="ja-JP" altLang="en-US" sz="1600" dirty="0"/>
                    </a:p>
                  </a:txBody>
                  <a:tcPr/>
                </a:tc>
                <a:tc>
                  <a:txBody>
                    <a:bodyPr/>
                    <a:lstStyle/>
                    <a:p>
                      <a:endParaRPr kumimoji="1" lang="ja-JP" altLang="en-US" sz="1600" dirty="0"/>
                    </a:p>
                  </a:txBody>
                  <a:tcPr/>
                </a:tc>
                <a:extLst>
                  <a:ext uri="{0D108BD9-81ED-4DB2-BD59-A6C34878D82A}">
                    <a16:rowId xmlns:a16="http://schemas.microsoft.com/office/drawing/2014/main" val="267428000"/>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dirty="0"/>
                    </a:p>
                  </a:txBody>
                  <a:tcPr/>
                </a:tc>
                <a:tc>
                  <a:txBody>
                    <a:bodyPr/>
                    <a:lstStyle/>
                    <a:p>
                      <a:endParaRPr kumimoji="1" lang="ja-JP" altLang="en-US" sz="1600" dirty="0"/>
                    </a:p>
                  </a:txBody>
                  <a:tcPr/>
                </a:tc>
                <a:extLst>
                  <a:ext uri="{0D108BD9-81ED-4DB2-BD59-A6C34878D82A}">
                    <a16:rowId xmlns:a16="http://schemas.microsoft.com/office/drawing/2014/main" val="2675418492"/>
                  </a:ext>
                </a:extLst>
              </a:tr>
            </a:tbl>
          </a:graphicData>
        </a:graphic>
      </p:graphicFrame>
    </p:spTree>
    <p:extLst>
      <p:ext uri="{BB962C8B-B14F-4D97-AF65-F5344CB8AC3E}">
        <p14:creationId xmlns:p14="http://schemas.microsoft.com/office/powerpoint/2010/main" val="614179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587FFA-B2C4-BE35-B8CE-146ED80FF6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3E7B69-8828-C42E-D852-698DE0688829}"/>
              </a:ext>
            </a:extLst>
          </p:cNvPr>
          <p:cNvSpPr>
            <a:spLocks noGrp="1"/>
          </p:cNvSpPr>
          <p:nvPr>
            <p:ph type="title" idx="12"/>
          </p:nvPr>
        </p:nvSpPr>
        <p:spPr/>
        <p:txBody>
          <a:bodyPr/>
          <a:lstStyle/>
          <a:p>
            <a:r>
              <a:rPr sz="2400"/>
              <a:t>{{【ラベル】アップデートタイトル}}</a:t>
            </a:r>
            <a:endParaRPr kumimoji="1" lang="ja-JP" altLang="en-US"/>
          </a:p>
        </p:txBody>
      </p:sp>
      <p:sp>
        <p:nvSpPr>
          <p:cNvPr id="3" name="コンテンツ プレースホルダー 2">
            <a:extLst>
              <a:ext uri="{FF2B5EF4-FFF2-40B4-BE49-F238E27FC236}">
                <a16:creationId xmlns:a16="http://schemas.microsoft.com/office/drawing/2014/main" id="{AC8630DF-B874-120C-6F8A-18B8ACEF9765}"/>
              </a:ext>
            </a:extLst>
          </p:cNvPr>
          <p:cNvSpPr>
            <a:spLocks noGrp="1"/>
          </p:cNvSpPr>
          <p:nvPr>
            <p:ph sz="quarter" idx="13"/>
          </p:nvPr>
        </p:nvSpPr>
        <p:spPr>
          <a:prstGeom prst="rect">
            <a:avLst/>
          </a:prstGeom>
        </p:spPr>
        <p:txBody>
          <a:bodyPr/>
          <a:lstStyle/>
          <a:p>
            <a:r>
              <a:rPr kumimoji="1" lang="ja-JP" altLang="en-US"/>
              <a:t>対象：</a:t>
            </a:r>
            <a:r>
              <a:rPr kumimoji="1" lang="en-US" altLang="ja-JP"/>
              <a:t>{{</a:t>
            </a:r>
            <a:r>
              <a:rPr kumimoji="1" lang="ja-JP" altLang="en-US"/>
              <a:t>対象サービス</a:t>
            </a:r>
            <a:r>
              <a:rPr kumimoji="1" lang="en-US" altLang="ja-JP"/>
              <a:t>}}</a:t>
            </a:r>
          </a:p>
          <a:p>
            <a:r>
              <a:rPr kumimoji="1" lang="ja-JP" altLang="en-US"/>
              <a:t>仕組み：</a:t>
            </a:r>
            <a:r>
              <a:rPr kumimoji="1" lang="en-US" altLang="ja-JP"/>
              <a:t>{{</a:t>
            </a:r>
            <a:r>
              <a:rPr kumimoji="1" lang="ja-JP" altLang="en-US"/>
              <a:t>仕組み・基礎</a:t>
            </a:r>
            <a:r>
              <a:rPr kumimoji="1" lang="en-US" altLang="ja-JP"/>
              <a:t>}}</a:t>
            </a:r>
          </a:p>
          <a:p>
            <a:r>
              <a:rPr kumimoji="1" lang="ja-JP" altLang="en-US"/>
              <a:t>これまで：</a:t>
            </a:r>
            <a:r>
              <a:rPr kumimoji="1" lang="en-US" altLang="ja-JP"/>
              <a:t>{{</a:t>
            </a:r>
            <a:r>
              <a:rPr kumimoji="1" lang="ja-JP" altLang="en-US"/>
              <a:t>従来の制約</a:t>
            </a:r>
            <a:r>
              <a:rPr kumimoji="1" lang="en-US" altLang="ja-JP"/>
              <a:t>}}</a:t>
            </a:r>
          </a:p>
          <a:p>
            <a:r>
              <a:rPr kumimoji="1" lang="ja-JP" altLang="en-US"/>
              <a:t>今後：</a:t>
            </a:r>
            <a:r>
              <a:rPr kumimoji="1" lang="en-US" altLang="ja-JP"/>
              <a:t>{{</a:t>
            </a:r>
            <a:r>
              <a:rPr kumimoji="1" lang="ja-JP" altLang="en-US"/>
              <a:t>本アップデートの変更点</a:t>
            </a:r>
            <a:r>
              <a:rPr kumimoji="1" lang="en-US" altLang="ja-JP"/>
              <a:t>}}</a:t>
            </a:r>
          </a:p>
          <a:p>
            <a:r>
              <a:rPr kumimoji="1" lang="ja-JP" altLang="en-US"/>
              <a:t>お客様にとっての価値：</a:t>
            </a:r>
            <a:r>
              <a:rPr kumimoji="1" lang="en-US" altLang="ja-JP"/>
              <a:t>{{</a:t>
            </a:r>
            <a:r>
              <a:rPr kumimoji="1" lang="ja-JP" altLang="en-US"/>
              <a:t>価値・シナリオ</a:t>
            </a:r>
            <a:r>
              <a:rPr kumimoji="1" lang="en-US" altLang="ja-JP"/>
              <a:t>}}</a:t>
            </a:r>
          </a:p>
          <a:p>
            <a:r>
              <a:rPr kumimoji="1" lang="ja-JP" altLang="en-US"/>
              <a:t>課金：</a:t>
            </a:r>
            <a:r>
              <a:rPr kumimoji="1" lang="en-US" altLang="ja-JP"/>
              <a:t>{{</a:t>
            </a:r>
            <a:r>
              <a:rPr kumimoji="1" lang="ja-JP" altLang="en-US"/>
              <a:t>課金影響</a:t>
            </a:r>
            <a:r>
              <a:rPr kumimoji="1" lang="en-US" altLang="ja-JP"/>
              <a:t>}}</a:t>
            </a:r>
            <a:r>
              <a:rPr kumimoji="1" lang="ja-JP" altLang="en-US"/>
              <a:t>　</a:t>
            </a:r>
            <a:r>
              <a:rPr kumimoji="1" lang="en-US" altLang="ja-JP"/>
              <a:t>/</a:t>
            </a:r>
            <a:r>
              <a:rPr kumimoji="1" lang="ja-JP" altLang="en-US"/>
              <a:t>　日本リージョン：</a:t>
            </a:r>
            <a:r>
              <a:rPr kumimoji="1" lang="en-US" altLang="ja-JP"/>
              <a:t>{{</a:t>
            </a:r>
            <a:r>
              <a:rPr kumimoji="1" lang="ja-JP" altLang="en-US"/>
              <a:t>リージョン状況</a:t>
            </a:r>
            <a:r>
              <a:rPr kumimoji="1" lang="en-US" altLang="ja-JP"/>
              <a:t>}}</a:t>
            </a:r>
          </a:p>
          <a:p>
            <a:r>
              <a:rPr kumimoji="1" lang="ja-JP" altLang="en-US"/>
              <a:t>詳細はこちらをご参照ください。（参考：</a:t>
            </a:r>
            <a:r>
              <a:rPr kumimoji="1" lang="en-US" altLang="ja-JP"/>
              <a:t>{{https://azure.microsoft.com/ja-jp/updates?id=XXXXXX}}</a:t>
            </a:r>
            <a:r>
              <a:rPr kumimoji="1" lang="ja-JP" altLang="en-US"/>
              <a:t>）</a:t>
            </a:r>
          </a:p>
        </p:txBody>
      </p:sp>
      <p:sp>
        <p:nvSpPr>
          <p:cNvPr id="8" name="RegionStamp_JapanBoth">
            <a:extLst>
              <a:ext uri="{FF2B5EF4-FFF2-40B4-BE49-F238E27FC236}">
                <a16:creationId xmlns:a16="http://schemas.microsoft.com/office/drawing/2014/main" id="{C27AD692-C246-DD83-1A93-CCA70A0F00A5}"/>
              </a:ext>
            </a:extLst>
          </p:cNvPr>
          <p:cNvSpPr/>
          <p:nvPr/>
        </p:nvSpPr>
        <p:spPr>
          <a:xfrm>
            <a:off x="9715500" y="6286500"/>
            <a:ext cx="2286000" cy="381000"/>
          </a:xfrm>
          <a:prstGeom prst="roundRect">
            <a:avLst/>
          </a:prstGeom>
          <a:solidFill>
            <a:srgbClr val="D478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solidFill>
                  <a:srgbClr val="FFFFFF"/>
                </a:solidFill>
                <a:latin typeface="BIZ UDPゴシック" panose="020B0400000000000000" pitchFamily="50" charset="-128"/>
                <a:ea typeface="BIZ UDPゴシック" panose="020B0400000000000000" pitchFamily="50" charset="-128"/>
              </a:rPr>
              <a:t>Japan East / West </a:t>
            </a:r>
            <a:r>
              <a:rPr kumimoji="1" lang="ja-JP" altLang="en-US" sz="1400" b="1">
                <a:solidFill>
                  <a:srgbClr val="FFFFFF"/>
                </a:solidFill>
                <a:latin typeface="BIZ UDPゴシック" panose="020B0400000000000000" pitchFamily="50" charset="-128"/>
                <a:ea typeface="BIZ UDPゴシック" panose="020B0400000000000000" pitchFamily="50" charset="-128"/>
              </a:rPr>
              <a:t>対応</a:t>
            </a:r>
          </a:p>
        </p:txBody>
      </p:sp>
      <p:sp>
        <p:nvSpPr>
          <p:cNvPr id="9" name="RegionStamp_JapanEastOnly">
            <a:extLst>
              <a:ext uri="{FF2B5EF4-FFF2-40B4-BE49-F238E27FC236}">
                <a16:creationId xmlns:a16="http://schemas.microsoft.com/office/drawing/2014/main" id="{45C97C1D-A551-A42B-D2B2-9F91D927910B}"/>
              </a:ext>
            </a:extLst>
          </p:cNvPr>
          <p:cNvSpPr/>
          <p:nvPr/>
        </p:nvSpPr>
        <p:spPr>
          <a:xfrm>
            <a:off x="7366000" y="6286500"/>
            <a:ext cx="2286000" cy="381000"/>
          </a:xfrm>
          <a:prstGeom prst="roundRect">
            <a:avLst/>
          </a:prstGeom>
          <a:solidFill>
            <a:srgbClr val="00B9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FFFF"/>
                </a:solidFill>
                <a:latin typeface="BIZ UDPゴシック" panose="020B0400000000000000" pitchFamily="50" charset="-128"/>
                <a:ea typeface="BIZ UDPゴシック" panose="020B0400000000000000" pitchFamily="50" charset="-128"/>
              </a:rPr>
              <a:t>Japan East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のみ対応</a:t>
            </a:r>
          </a:p>
        </p:txBody>
      </p:sp>
      <p:sp>
        <p:nvSpPr>
          <p:cNvPr id="10" name="RegionStamp_JapanWestOnly">
            <a:extLst>
              <a:ext uri="{FF2B5EF4-FFF2-40B4-BE49-F238E27FC236}">
                <a16:creationId xmlns:a16="http://schemas.microsoft.com/office/drawing/2014/main" id="{D8C28D5A-356B-64DF-54E9-09581F7D422C}"/>
              </a:ext>
            </a:extLst>
          </p:cNvPr>
          <p:cNvSpPr/>
          <p:nvPr/>
        </p:nvSpPr>
        <p:spPr>
          <a:xfrm>
            <a:off x="5016500" y="6286500"/>
            <a:ext cx="2286000" cy="381000"/>
          </a:xfrm>
          <a:prstGeom prst="roundRect">
            <a:avLst/>
          </a:prstGeom>
          <a:solidFill>
            <a:srgbClr val="00B9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FFFF"/>
                </a:solidFill>
                <a:latin typeface="BIZ UDPゴシック" panose="020B0400000000000000" pitchFamily="50" charset="-128"/>
                <a:ea typeface="BIZ UDPゴシック" panose="020B0400000000000000" pitchFamily="50" charset="-128"/>
              </a:rPr>
              <a:t>Japan West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のみ対応</a:t>
            </a:r>
          </a:p>
        </p:txBody>
      </p:sp>
      <p:sp>
        <p:nvSpPr>
          <p:cNvPr id="11" name="RegionStamp_JapanNone">
            <a:extLst>
              <a:ext uri="{FF2B5EF4-FFF2-40B4-BE49-F238E27FC236}">
                <a16:creationId xmlns:a16="http://schemas.microsoft.com/office/drawing/2014/main" id="{FB307C80-B22C-1CA3-1090-141A229A4526}"/>
              </a:ext>
            </a:extLst>
          </p:cNvPr>
          <p:cNvSpPr/>
          <p:nvPr/>
        </p:nvSpPr>
        <p:spPr>
          <a:xfrm>
            <a:off x="2667000" y="6286500"/>
            <a:ext cx="2286000" cy="381000"/>
          </a:xfrm>
          <a:prstGeom prst="roundRect">
            <a:avLst/>
          </a:prstGeom>
          <a:solidFill>
            <a:srgbClr val="3834D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a:solidFill>
                  <a:srgbClr val="FFFFFF"/>
                </a:solidFill>
                <a:latin typeface="BIZ UDPゴシック" panose="020B0400000000000000" pitchFamily="50" charset="-128"/>
                <a:ea typeface="BIZ UDPゴシック" panose="020B0400000000000000" pitchFamily="50" charset="-128"/>
              </a:rPr>
              <a:t>日本リージョン未対応</a:t>
            </a:r>
          </a:p>
        </p:txBody>
      </p:sp>
      <p:sp>
        <p:nvSpPr>
          <p:cNvPr id="12" name="RegionStamp_Global">
            <a:extLst>
              <a:ext uri="{FF2B5EF4-FFF2-40B4-BE49-F238E27FC236}">
                <a16:creationId xmlns:a16="http://schemas.microsoft.com/office/drawing/2014/main" id="{C8F34355-FC27-BCA9-E778-CDDBF312FBB1}"/>
              </a:ext>
            </a:extLst>
          </p:cNvPr>
          <p:cNvSpPr/>
          <p:nvPr/>
        </p:nvSpPr>
        <p:spPr>
          <a:xfrm>
            <a:off x="317500" y="6286500"/>
            <a:ext cx="2286000" cy="381000"/>
          </a:xfrm>
          <a:prstGeom prst="roundRect">
            <a:avLst/>
          </a:prstGeom>
          <a:solidFill>
            <a:srgbClr val="107C1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a:solidFill>
                  <a:srgbClr val="FFFFFF"/>
                </a:solidFill>
                <a:latin typeface="BIZ UDPゴシック" panose="020B0400000000000000" pitchFamily="50" charset="-128"/>
                <a:ea typeface="BIZ UDPゴシック" panose="020B0400000000000000" pitchFamily="50" charset="-128"/>
              </a:rPr>
              <a:t>グローバル</a:t>
            </a:r>
          </a:p>
        </p:txBody>
      </p:sp>
    </p:spTree>
    <p:extLst>
      <p:ext uri="{BB962C8B-B14F-4D97-AF65-F5344CB8AC3E}">
        <p14:creationId xmlns:p14="http://schemas.microsoft.com/office/powerpoint/2010/main" val="2633681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02ABF1-58DC-6336-E5D0-94F72FD37FA4}"/>
              </a:ext>
            </a:extLst>
          </p:cNvPr>
          <p:cNvSpPr>
            <a:spLocks noGrp="1"/>
          </p:cNvSpPr>
          <p:nvPr>
            <p:ph type="title"/>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7E4174DB-6566-C376-09A4-8B5D83A8A6C4}"/>
              </a:ext>
            </a:extLst>
          </p:cNvPr>
          <p:cNvSpPr>
            <a:spLocks noGrp="1"/>
          </p:cNvSpPr>
          <p:nvPr>
            <p:ph type="body" sz="quarter" idx="11"/>
          </p:nvPr>
        </p:nvSpPr>
        <p:spPr/>
        <p:txBody>
          <a:bodyPr/>
          <a:lstStyle/>
          <a:p>
            <a:endParaRPr kumimoji="1" lang="ja-JP" altLang="en-US"/>
          </a:p>
        </p:txBody>
      </p:sp>
      <p:sp>
        <p:nvSpPr>
          <p:cNvPr id="9" name="テキスト プレースホルダー 8">
            <a:extLst>
              <a:ext uri="{FF2B5EF4-FFF2-40B4-BE49-F238E27FC236}">
                <a16:creationId xmlns:a16="http://schemas.microsoft.com/office/drawing/2014/main" id="{BE5BEA4E-97EB-DC0D-EE0F-6B290EDA686F}"/>
              </a:ext>
            </a:extLst>
          </p:cNvPr>
          <p:cNvSpPr>
            <a:spLocks noGrp="1"/>
          </p:cNvSpPr>
          <p:nvPr>
            <p:ph type="body" sz="quarter" idx="12"/>
          </p:nvPr>
        </p:nvSpPr>
        <p:spPr/>
        <p:txBody>
          <a:bodyPr/>
          <a:lstStyle/>
          <a:p>
            <a:endParaRPr kumimoji="1" lang="ja-JP" altLang="en-US"/>
          </a:p>
        </p:txBody>
      </p:sp>
      <p:sp>
        <p:nvSpPr>
          <p:cNvPr id="10" name="テキスト プレースホルダー 9">
            <a:extLst>
              <a:ext uri="{FF2B5EF4-FFF2-40B4-BE49-F238E27FC236}">
                <a16:creationId xmlns:a16="http://schemas.microsoft.com/office/drawing/2014/main" id="{0522416F-1BD4-10D9-E95D-2969D495DDED}"/>
              </a:ext>
            </a:extLst>
          </p:cNvPr>
          <p:cNvSpPr>
            <a:spLocks noGrp="1"/>
          </p:cNvSpPr>
          <p:nvPr>
            <p:ph type="body" sz="quarter" idx="13"/>
          </p:nvPr>
        </p:nvSpPr>
        <p:spPr/>
        <p:txBody>
          <a:bodyPr/>
          <a:lstStyle/>
          <a:p>
            <a:endParaRPr kumimoji="1" lang="ja-JP" altLang="en-US"/>
          </a:p>
        </p:txBody>
      </p:sp>
      <p:sp>
        <p:nvSpPr>
          <p:cNvPr id="11" name="テキスト プレースホルダー 10">
            <a:extLst>
              <a:ext uri="{FF2B5EF4-FFF2-40B4-BE49-F238E27FC236}">
                <a16:creationId xmlns:a16="http://schemas.microsoft.com/office/drawing/2014/main" id="{37FBAFA2-03F7-238F-F2B3-CE6135C2332F}"/>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2622561655"/>
      </p:ext>
    </p:extLst>
  </p:cSld>
  <p:clrMapOvr>
    <a:masterClrMapping/>
  </p:clrMapOvr>
</p:sld>
</file>

<file path=ppt/theme/theme1.xml><?xml version="1.0" encoding="utf-8"?>
<a:theme xmlns:a="http://schemas.openxmlformats.org/drawingml/2006/main" name="Topics_Theme">
  <a:themeElements>
    <a:clrScheme name="Office">
      <a:dk1>
        <a:sysClr val="windowText" lastClr="000000"/>
      </a:dk1>
      <a:lt1>
        <a:sysClr val="window" lastClr="FFFFFF"/>
      </a:lt1>
      <a:dk2>
        <a:srgbClr val="44546A"/>
      </a:dk2>
      <a:lt2>
        <a:srgbClr val="E7E6E6"/>
      </a:lt2>
      <a:accent1>
        <a:srgbClr val="3B4C8A"/>
      </a:accent1>
      <a:accent2>
        <a:srgbClr val="F5A623"/>
      </a:accent2>
      <a:accent3>
        <a:srgbClr val="A5A5A5"/>
      </a:accent3>
      <a:accent4>
        <a:srgbClr val="FFC000"/>
      </a:accent4>
      <a:accent5>
        <a:srgbClr val="4472C4"/>
      </a:accent5>
      <a:accent6>
        <a:srgbClr val="70AD47"/>
      </a:accent6>
      <a:hlink>
        <a:srgbClr val="0563C1"/>
      </a:hlink>
      <a:folHlink>
        <a:srgbClr val="954F72"/>
      </a:folHlink>
    </a:clrScheme>
    <a:fontScheme name="MS Style Guide Fonts">
      <a:majorFont>
        <a:latin typeface="Segoe UI"/>
        <a:ea typeface="Yu Gothic UI"/>
        <a:cs typeface=""/>
      </a:majorFont>
      <a:minorFont>
        <a:latin typeface="Segoe UI"/>
        <a:ea typeface="Yu Gothic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201806)_Azure_Weekly_NewTopics (2).potx" id="{626885FA-B79B-49AC-90F5-534C6E4E158F}" vid="{23804A8D-80D7-4E54-81EC-6B2FD77A534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Yu Gothic"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549</TotalTime>
  <Words>1198</Words>
  <Application>Microsoft Office PowerPoint</Application>
  <PresentationFormat>ワイド画面</PresentationFormat>
  <Paragraphs>59</Paragraphs>
  <Slides>7</Slides>
  <Notes>7</Notes>
  <HiddenSlides>3</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BIZ UDPゴシック</vt:lpstr>
      <vt:lpstr>Yu Gothic UI</vt:lpstr>
      <vt:lpstr>Yu Gothic</vt:lpstr>
      <vt:lpstr>Yu Gothic</vt:lpstr>
      <vt:lpstr>Arial</vt:lpstr>
      <vt:lpstr>Segoe UI</vt:lpstr>
      <vt:lpstr>Wingdings</vt:lpstr>
      <vt:lpstr>Topics_Theme</vt:lpstr>
      <vt:lpstr>Azure New Topics Weekly Update</vt:lpstr>
      <vt:lpstr>Azure New Topics Weekly Update</vt:lpstr>
      <vt:lpstr>Azure New Topics Weekly Update</vt:lpstr>
      <vt:lpstr>Weekly News Topics サマリ</vt:lpstr>
      <vt:lpstr>今週のUPDATE Points</vt:lpstr>
      <vt:lpstr>{{【ラベル】アップデートタイトル}}</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New Topics</dc:title>
  <dc:subject/>
  <dc:creator>yamapan</dc:creator>
  <cp:lastModifiedBy>yamapan</cp:lastModifiedBy>
  <cp:revision>6</cp:revision>
  <dcterms:created xsi:type="dcterms:W3CDTF">2018-05-31T01:26:02Z</dcterms:created>
  <dcterms:modified xsi:type="dcterms:W3CDTF">2026-07-03T13:54:42Z</dcterms:modified>
</cp:coreProperties>
</file>