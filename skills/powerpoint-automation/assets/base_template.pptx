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or presenter name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 and 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bullet point</a:t>
            </a:r>
          </a:p>
          <a:p>
            <a:r>
              <a:t>Second bullet point</a:t>
            </a:r>
          </a:p>
          <a:p>
            <a:r>
              <a:t>Third bullet point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Header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Section description or subtitle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Two Content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Left column content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Right column content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 Only Layout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