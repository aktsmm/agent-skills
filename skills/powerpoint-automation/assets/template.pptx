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147483646" r:id="rId2"/>
    <p:sldId id="269" r:id="rId3"/>
    <p:sldId id="2147483647" r:id="rId4"/>
    <p:sldId id="257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81CD607-DA0A-429D-8568-0354DF969644}">
          <p14:sldIdLst>
            <p14:sldId id="2147483646"/>
            <p14:sldId id="269"/>
            <p14:sldId id="2147483647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成者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160E1-80AA-4CED-9CEA-AE1FE18F07DF}" v="71" dt="2025-08-20T07:27:49.069"/>
    <p1510:client id="{67B61F96-E198-4FCB-B884-F2F5919C9CCE}" v="10" dt="2025-08-20T12:01:47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2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5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6D37774-AF31-4318-E235-6D24586923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32E4F6-F471-A17B-65D0-9E15E5D35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9863B-91B4-47BC-8440-E4181E1A9D87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924802-6728-6093-887A-1004DD15F7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76A26F-5FF5-6329-BB65-1D7519075F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489A1-80EC-414A-8730-A9C40D7B86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091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47CB2-9843-4E08-99A9-CD5798075F2A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51ACF-5BB5-4518-BFC4-0CD646CBFE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7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6BBC-4C99-4D42-A60E-078DBFAA76BC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60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6BBC-4C99-4D42-A60E-078DBFAA76BC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16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7EA-15BE-474E-BDEE-93080A2256C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58CDC2-284D-4BD7-9697-5CC235EDCC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864079"/>
            <a:ext cx="11734800" cy="5640237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9480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19426BBC-4C99-4D42-A60E-078DBFAA76BC}" type="datetimeFigureOut">
              <a:rPr lang="ja-JP" altLang="en-US" smtClean="0"/>
              <a:pPr/>
              <a:t>2025/12/14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4041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26BBC-4C99-4D42-A60E-078DBFAA76BC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2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EB6E95-9C89-4CFF-A598-F278D0DFB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CD0F4-EA2A-4E5D-AE73-1112C1CA2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E28EB04-8FA3-2284-2026-C1F7E29F8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44962"/>
            <a:ext cx="10132959" cy="4127194"/>
          </a:xfrm>
          <a:ln>
            <a:noFill/>
          </a:ln>
        </p:spPr>
        <p:txBody>
          <a:bodyPr anchor="ctr">
            <a:normAutofit/>
          </a:bodyPr>
          <a:lstStyle/>
          <a:p>
            <a:pPr algn="l" defTabSz="2266950">
              <a:spcAft>
                <a:spcPct val="35000"/>
              </a:spcAft>
            </a:pPr>
            <a:r>
              <a:rPr kumimoji="1" lang="ja-JP" altLang="en-US" sz="5200" dirty="0">
                <a:solidFill>
                  <a:schemeClr val="tx2"/>
                </a:solidFill>
              </a:rPr>
              <a:t>やれば簡単！</a:t>
            </a:r>
            <a:br>
              <a:rPr kumimoji="1" lang="en-US" altLang="ja-JP" sz="5200" dirty="0">
                <a:solidFill>
                  <a:schemeClr val="tx2"/>
                </a:solidFill>
              </a:rPr>
            </a:br>
            <a:r>
              <a:rPr kumimoji="1" lang="en-US" altLang="ja-JP" sz="5200" dirty="0">
                <a:solidFill>
                  <a:schemeClr val="tx2"/>
                </a:solidFill>
              </a:rPr>
              <a:t>AI</a:t>
            </a:r>
            <a:r>
              <a:rPr kumimoji="1" lang="ja-JP" altLang="en-US" sz="5200" dirty="0">
                <a:solidFill>
                  <a:schemeClr val="tx2"/>
                </a:solidFill>
              </a:rPr>
              <a:t>でスライド作成！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7A50DC-DE20-F5D4-E3C3-7E764D32B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4044" y="4611757"/>
            <a:ext cx="3122763" cy="1282694"/>
          </a:xfrm>
        </p:spPr>
        <p:txBody>
          <a:bodyPr anchor="ctr">
            <a:normAutofit/>
          </a:bodyPr>
          <a:lstStyle/>
          <a:p>
            <a:pPr algn="l"/>
            <a:r>
              <a:rPr lang="en-US" altLang="ja-JP" dirty="0">
                <a:solidFill>
                  <a:schemeClr val="tx2"/>
                </a:solidFill>
              </a:rPr>
              <a:t>2025/08/20(</a:t>
            </a:r>
            <a:r>
              <a:rPr lang="ja-JP" altLang="en-US" dirty="0">
                <a:solidFill>
                  <a:schemeClr val="tx2"/>
                </a:solidFill>
              </a:rPr>
              <a:t>水</a:t>
            </a:r>
            <a:r>
              <a:rPr lang="en-US" altLang="ja-JP" dirty="0">
                <a:solidFill>
                  <a:schemeClr val="tx2"/>
                </a:solidFill>
              </a:rPr>
              <a:t>)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EDC8FC-C3D1-4FE4-8E66-29767478D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1638344-E7F0-4958-8208-ADCB82256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1970FB-4D97-4834-84EC-E48B27CC1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EA7D5D6-1774-4826-A365-56CA591C9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CE5CDD-EDFB-416F-889C-A7DB46A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C136B2-4D8D-4561-95D5-56167F41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3B060E-7597-4B31-9EBE-16DBC974C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37A35E4-8449-4A65-9CFF-F87916203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774B36-1747-45AE-82C4-C5BA90C5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22F94E-D4FB-4369-A3EE-7D82330BA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710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8FDEFF-E997-E6C1-EEC9-6B1015318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4000" dirty="0"/>
              <a:t>イケてない スライド作成から終了</a:t>
            </a:r>
          </a:p>
        </p:txBody>
      </p:sp>
    </p:spTree>
    <p:extLst>
      <p:ext uri="{BB962C8B-B14F-4D97-AF65-F5344CB8AC3E}">
        <p14:creationId xmlns:p14="http://schemas.microsoft.com/office/powerpoint/2010/main" val="41631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21981-8DE0-2C44-BDEF-B6E222966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51" y="1122363"/>
            <a:ext cx="12225131" cy="2387600"/>
          </a:xfrm>
        </p:spPr>
        <p:txBody>
          <a:bodyPr/>
          <a:lstStyle/>
          <a:p>
            <a:r>
              <a:rPr kumimoji="1" lang="ja-JP" altLang="en-US" dirty="0"/>
              <a:t>１．</a:t>
            </a:r>
            <a:r>
              <a:rPr lang="en-US" altLang="ja-JP" dirty="0"/>
              <a:t>GitHub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CD66E9-E009-A85A-EEC8-23DB5E98A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GitHub</a:t>
            </a:r>
            <a:r>
              <a:rPr kumimoji="1" lang="ja-JP" altLang="en-US" dirty="0"/>
              <a:t>アカウントをもってること</a:t>
            </a:r>
          </a:p>
        </p:txBody>
      </p:sp>
    </p:spTree>
    <p:extLst>
      <p:ext uri="{BB962C8B-B14F-4D97-AF65-F5344CB8AC3E}">
        <p14:creationId xmlns:p14="http://schemas.microsoft.com/office/powerpoint/2010/main" val="171402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15E2B-7794-F5CC-3F27-93CC1450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具体的な内容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E62C38-435D-791D-0A9D-C45CD6D5F4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/>
              <a:t>さてどうやってつくるのかな</a:t>
            </a:r>
            <a:endParaRPr kumimoji="1" lang="en-US" altLang="ja-JP" dirty="0"/>
          </a:p>
          <a:p>
            <a:pPr lvl="1"/>
            <a:r>
              <a:rPr lang="en-US" altLang="ja-JP" dirty="0"/>
              <a:t>GitHub Copilot</a:t>
            </a:r>
            <a:r>
              <a:rPr lang="ja-JP" altLang="en-US" dirty="0"/>
              <a:t> をつかう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166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24B5-2719-29E6-1E63-60EF80C4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75015-AC75-30DF-CC6C-4EA6DA334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44962"/>
            <a:ext cx="10132959" cy="4127194"/>
          </a:xfrm>
          <a:ln>
            <a:noFill/>
          </a:ln>
        </p:spPr>
        <p:txBody>
          <a:bodyPr anchor="ctr">
            <a:normAutofit/>
          </a:bodyPr>
          <a:lstStyle/>
          <a:p>
            <a:pPr algn="l" defTabSz="2266950">
              <a:spcAft>
                <a:spcPct val="35000"/>
              </a:spcAft>
            </a:pPr>
            <a:r>
              <a:rPr kumimoji="1" lang="en-US" altLang="ja-JP" sz="5200" dirty="0">
                <a:solidFill>
                  <a:schemeClr val="tx2"/>
                </a:solidFill>
              </a:rPr>
              <a:t>END</a:t>
            </a:r>
            <a:endParaRPr kumimoji="1" lang="ja-JP" altLang="en-US" sz="5200" dirty="0">
              <a:solidFill>
                <a:schemeClr val="tx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91AE72-2650-143B-2C73-B97EFF1D7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4913" y="5743464"/>
            <a:ext cx="3122763" cy="468493"/>
          </a:xfrm>
        </p:spPr>
        <p:txBody>
          <a:bodyPr anchor="t">
            <a:normAutofit/>
          </a:bodyPr>
          <a:lstStyle/>
          <a:p>
            <a:pPr algn="l"/>
            <a:r>
              <a:rPr lang="en-US" altLang="ja-JP" dirty="0">
                <a:solidFill>
                  <a:schemeClr val="tx2"/>
                </a:solidFill>
              </a:rPr>
              <a:t>2025/08/20(</a:t>
            </a:r>
            <a:r>
              <a:rPr lang="ja-JP" altLang="en-US" dirty="0">
                <a:solidFill>
                  <a:schemeClr val="tx2"/>
                </a:solidFill>
              </a:rPr>
              <a:t>水</a:t>
            </a:r>
            <a:r>
              <a:rPr lang="en-US" altLang="ja-JP" dirty="0">
                <a:solidFill>
                  <a:schemeClr val="tx2"/>
                </a:solidFill>
              </a:rPr>
              <a:t>)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20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ワイド画面</PresentationFormat>
  <Paragraphs>10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BIZ UDPゴシック</vt:lpstr>
      <vt:lpstr>游ゴシック</vt:lpstr>
      <vt:lpstr>Arial</vt:lpstr>
      <vt:lpstr>Office テーマ</vt:lpstr>
      <vt:lpstr>やれば簡単！ AIでスライド作成！</vt:lpstr>
      <vt:lpstr>PowerPoint プレゼンテーション</vt:lpstr>
      <vt:lpstr>１．GitHub </vt:lpstr>
      <vt:lpstr>具体的な内容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2025-12-11T19:23:30Z</dcterms:created>
  <dcterms:modified xsi:type="dcterms:W3CDTF">2025-12-14T08:45:50Z</dcterms:modified>
</cp:coreProperties>
</file>